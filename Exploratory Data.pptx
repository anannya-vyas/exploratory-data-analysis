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2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_rels/slideLayout4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.xml.rels" ContentType="application/vnd.openxmlformats-package.relationships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media/image6.png" ContentType="image/png"/>
  <Override PartName="/ppt/media/image10.png" ContentType="image/png"/>
  <Override PartName="/ppt/media/image3.jpeg" ContentType="image/jpeg"/>
  <Override PartName="/ppt/media/image2.jpeg" ContentType="image/jpeg"/>
  <Override PartName="/ppt/media/image5.jpeg" ContentType="image/jpeg"/>
  <Override PartName="/ppt/media/image1.jpeg" ContentType="image/jpeg"/>
  <Override PartName="/ppt/media/image4.jpeg" ContentType="image/jpeg"/>
  <Override PartName="/ppt/media/image7.png" ContentType="image/png"/>
  <Override PartName="/ppt/media/image8.jpeg" ContentType="image/jpeg"/>
  <Override PartName="/ppt/media/image13.jpeg" ContentType="image/jpeg"/>
  <Override PartName="/ppt/media/image9.png" ContentType="image/png"/>
  <Override PartName="/ppt/media/image11.jpeg" ContentType="image/jpeg"/>
  <Override PartName="/ppt/media/image12.png" ContentType="image/png"/>
  <Override PartName="/ppt/slides/_rels/slide19.xml.rels" ContentType="application/vnd.openxmlformats-package.relationships+xml"/>
  <Override PartName="/ppt/slides/_rels/slide6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8.xml.rels" ContentType="application/vnd.openxmlformats-package.relationships+xml"/>
  <Override PartName="/ppt/slides/_rels/slide1.xml.rels" ContentType="application/vnd.openxmlformats-package.relationships+xml"/>
  <Override PartName="/ppt/slides/_rels/slide12.xml.rels" ContentType="application/vnd.openxmlformats-package.relationships+xml"/>
  <Override PartName="/ppt/slides/_rels/slide10.xml.rels" ContentType="application/vnd.openxmlformats-package.relationships+xml"/>
  <Override PartName="/ppt/slides/_rels/slide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7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4.xml.rels" ContentType="application/vnd.openxmlformats-package.relationships+xml"/>
  <Override PartName="/ppt/slides/_rels/slide15.xml.rels" ContentType="application/vnd.openxmlformats-package.relationships+xml"/>
  <Override PartName="/ppt/slides/_rels/slide5.xml.rels" ContentType="application/vnd.openxmlformats-package.relationships+xml"/>
  <Override PartName="/ppt/slides/_rels/slide16.xml.rels" ContentType="application/vnd.openxmlformats-package.relationships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7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tBDfr" TargetMode="Externa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;p2" descr=""/>
          <p:cNvPicPr/>
          <p:nvPr/>
        </p:nvPicPr>
        <p:blipFill>
          <a:blip r:embed="rId2">
            <a:alphaModFix amt="25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body"/>
          </p:nvPr>
        </p:nvSpPr>
        <p:spPr>
          <a:xfrm>
            <a:off x="-10440" y="0"/>
            <a:ext cx="9154080" cy="514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title"/>
          </p:nvPr>
        </p:nvSpPr>
        <p:spPr>
          <a:xfrm>
            <a:off x="650880" y="1983240"/>
            <a:ext cx="7841880" cy="122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4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4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51;p11" descr=""/>
          <p:cNvPicPr/>
          <p:nvPr/>
        </p:nvPicPr>
        <p:blipFill>
          <a:blip r:embed="rId2">
            <a:alphaModFix amt="25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" name="PlaceHolder 1"/>
          <p:cNvSpPr>
            <a:spLocks noGrp="1"/>
          </p:cNvSpPr>
          <p:nvPr>
            <p:ph type="body"/>
          </p:nvPr>
        </p:nvSpPr>
        <p:spPr>
          <a:xfrm>
            <a:off x="-10440" y="0"/>
            <a:ext cx="9154080" cy="514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title"/>
          </p:nvPr>
        </p:nvSpPr>
        <p:spPr>
          <a:xfrm>
            <a:off x="1284120" y="2171880"/>
            <a:ext cx="6575760" cy="799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4500" strike="noStrike" u="none">
                <a:solidFill>
                  <a:schemeClr val="dk1"/>
                </a:solidFill>
                <a:effectLst/>
                <a:uFillTx/>
                <a:latin typeface="Savate Light"/>
                <a:ea typeface="Savate Light"/>
              </a:rPr>
              <a:t>xx%</a:t>
            </a:r>
            <a:endParaRPr b="0" lang="fr-FR" sz="4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accent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30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57;p13" descr=""/>
          <p:cNvPicPr/>
          <p:nvPr/>
        </p:nvPicPr>
        <p:blipFill>
          <a:blip r:embed="rId2">
            <a:alphaModFix amt="25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PlaceHolder 1"/>
          <p:cNvSpPr>
            <a:spLocks noGrp="1"/>
          </p:cNvSpPr>
          <p:nvPr>
            <p:ph type="body"/>
          </p:nvPr>
        </p:nvSpPr>
        <p:spPr>
          <a:xfrm>
            <a:off x="4582800" y="6480"/>
            <a:ext cx="4560840" cy="514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title"/>
          </p:nvPr>
        </p:nvSpPr>
        <p:spPr>
          <a:xfrm>
            <a:off x="5325480" y="1720800"/>
            <a:ext cx="3075840" cy="170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title"/>
          </p:nvPr>
        </p:nvSpPr>
        <p:spPr>
          <a:xfrm>
            <a:off x="228600" y="1612800"/>
            <a:ext cx="836280" cy="31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1600" strike="noStrike" u="none">
                <a:solidFill>
                  <a:schemeClr val="dk1"/>
                </a:solidFill>
                <a:effectLst/>
                <a:uFillTx/>
                <a:latin typeface="Work Sans SemiBold"/>
                <a:ea typeface="Work Sans SemiBold"/>
              </a:rPr>
              <a:t>xx%</a:t>
            </a:r>
            <a:endParaRPr b="0" lang="fr-FR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title"/>
          </p:nvPr>
        </p:nvSpPr>
        <p:spPr>
          <a:xfrm>
            <a:off x="228600" y="702720"/>
            <a:ext cx="836280" cy="31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1600" strike="noStrike" u="none">
                <a:solidFill>
                  <a:schemeClr val="dk1"/>
                </a:solidFill>
                <a:effectLst/>
                <a:uFillTx/>
                <a:latin typeface="Work Sans SemiBold"/>
                <a:ea typeface="Work Sans SemiBold"/>
              </a:rPr>
              <a:t>xx%</a:t>
            </a:r>
            <a:endParaRPr b="0" lang="fr-FR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title"/>
          </p:nvPr>
        </p:nvSpPr>
        <p:spPr>
          <a:xfrm>
            <a:off x="228600" y="2067840"/>
            <a:ext cx="836280" cy="31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1600" strike="noStrike" u="none">
                <a:solidFill>
                  <a:schemeClr val="dk1"/>
                </a:solidFill>
                <a:effectLst/>
                <a:uFillTx/>
                <a:latin typeface="Work Sans SemiBold"/>
                <a:ea typeface="Work Sans SemiBold"/>
              </a:rPr>
              <a:t>xx%</a:t>
            </a:r>
            <a:endParaRPr b="0" lang="fr-FR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title"/>
          </p:nvPr>
        </p:nvSpPr>
        <p:spPr>
          <a:xfrm>
            <a:off x="228600" y="2522520"/>
            <a:ext cx="836280" cy="31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1600" strike="noStrike" u="none">
                <a:solidFill>
                  <a:schemeClr val="dk1"/>
                </a:solidFill>
                <a:effectLst/>
                <a:uFillTx/>
                <a:latin typeface="Work Sans SemiBold"/>
                <a:ea typeface="Work Sans SemiBold"/>
              </a:rPr>
              <a:t>xx%</a:t>
            </a:r>
            <a:endParaRPr b="0" lang="fr-FR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7"/>
          <p:cNvSpPr>
            <a:spLocks noGrp="1"/>
          </p:cNvSpPr>
          <p:nvPr>
            <p:ph type="title"/>
          </p:nvPr>
        </p:nvSpPr>
        <p:spPr>
          <a:xfrm>
            <a:off x="228600" y="248400"/>
            <a:ext cx="836280" cy="31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1600" strike="noStrike" u="none">
                <a:solidFill>
                  <a:schemeClr val="dk1"/>
                </a:solidFill>
                <a:effectLst/>
                <a:uFillTx/>
                <a:latin typeface="Work Sans SemiBold"/>
                <a:ea typeface="Work Sans SemiBold"/>
              </a:rPr>
              <a:t>xx%</a:t>
            </a:r>
            <a:endParaRPr b="0" lang="fr-FR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8"/>
          <p:cNvSpPr>
            <a:spLocks noGrp="1"/>
          </p:cNvSpPr>
          <p:nvPr>
            <p:ph type="title"/>
          </p:nvPr>
        </p:nvSpPr>
        <p:spPr>
          <a:xfrm>
            <a:off x="228600" y="1157760"/>
            <a:ext cx="836280" cy="31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1600" strike="noStrike" u="none">
                <a:solidFill>
                  <a:schemeClr val="dk1"/>
                </a:solidFill>
                <a:effectLst/>
                <a:uFillTx/>
                <a:latin typeface="Work Sans SemiBold"/>
                <a:ea typeface="Work Sans SemiBold"/>
              </a:rPr>
              <a:t>xx%</a:t>
            </a:r>
            <a:endParaRPr b="0" lang="fr-FR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9"/>
          <p:cNvSpPr>
            <a:spLocks noGrp="1"/>
          </p:cNvSpPr>
          <p:nvPr>
            <p:ph type="title"/>
          </p:nvPr>
        </p:nvSpPr>
        <p:spPr>
          <a:xfrm>
            <a:off x="228600" y="2977560"/>
            <a:ext cx="836280" cy="31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1600" strike="noStrike" u="none">
                <a:solidFill>
                  <a:schemeClr val="dk1"/>
                </a:solidFill>
                <a:effectLst/>
                <a:uFillTx/>
                <a:latin typeface="Work Sans SemiBold"/>
                <a:ea typeface="Work Sans SemiBold"/>
              </a:rPr>
              <a:t>xx%</a:t>
            </a:r>
            <a:endParaRPr b="0" lang="fr-FR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10"/>
          <p:cNvSpPr>
            <a:spLocks noGrp="1"/>
          </p:cNvSpPr>
          <p:nvPr>
            <p:ph type="title"/>
          </p:nvPr>
        </p:nvSpPr>
        <p:spPr>
          <a:xfrm>
            <a:off x="228600" y="3432600"/>
            <a:ext cx="836280" cy="31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1600" strike="noStrike" u="none">
                <a:solidFill>
                  <a:schemeClr val="dk1"/>
                </a:solidFill>
                <a:effectLst/>
                <a:uFillTx/>
                <a:latin typeface="Work Sans SemiBold"/>
                <a:ea typeface="Work Sans SemiBold"/>
              </a:rPr>
              <a:t>xx%</a:t>
            </a:r>
            <a:endParaRPr b="0" lang="fr-FR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77;p14" descr=""/>
          <p:cNvPicPr/>
          <p:nvPr/>
        </p:nvPicPr>
        <p:blipFill>
          <a:blip r:embed="rId2">
            <a:alphaModFix amt="25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704880" y="3769560"/>
            <a:ext cx="5562360" cy="69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4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4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5_1_1_1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81;p15" descr=""/>
          <p:cNvPicPr/>
          <p:nvPr/>
        </p:nvPicPr>
        <p:blipFill>
          <a:blip r:embed="rId2">
            <a:alphaModFix amt="25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2400480" y="3510720"/>
            <a:ext cx="4343040" cy="1215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2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5114880" y="342360"/>
            <a:ext cx="3685680" cy="2228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ONLY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86;p16" descr=""/>
          <p:cNvPicPr/>
          <p:nvPr/>
        </p:nvPicPr>
        <p:blipFill>
          <a:blip r:embed="rId2">
            <a:alphaModFix amt="25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228600" y="189000"/>
            <a:ext cx="76003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89;p17" descr=""/>
          <p:cNvPicPr/>
          <p:nvPr/>
        </p:nvPicPr>
        <p:blipFill>
          <a:blip r:embed="rId2">
            <a:alphaModFix amt="25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3308760" y="228600"/>
            <a:ext cx="678600" cy="40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1600" strike="noStrike" u="none">
                <a:solidFill>
                  <a:schemeClr val="dk1"/>
                </a:solidFill>
                <a:effectLst/>
                <a:uFillTx/>
                <a:latin typeface="Work Sans SemiBold"/>
                <a:ea typeface="Work Sans SemiBold"/>
              </a:rPr>
              <a:t>xx%</a:t>
            </a:r>
            <a:endParaRPr b="0" lang="fr-FR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title"/>
          </p:nvPr>
        </p:nvSpPr>
        <p:spPr>
          <a:xfrm>
            <a:off x="243360" y="228960"/>
            <a:ext cx="677520" cy="40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1600" strike="noStrike" u="none">
                <a:solidFill>
                  <a:schemeClr val="dk1"/>
                </a:solidFill>
                <a:effectLst/>
                <a:uFillTx/>
                <a:latin typeface="Work Sans SemiBold"/>
                <a:ea typeface="Work Sans SemiBold"/>
              </a:rPr>
              <a:t>xx%</a:t>
            </a:r>
            <a:endParaRPr b="0" lang="fr-FR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title"/>
          </p:nvPr>
        </p:nvSpPr>
        <p:spPr>
          <a:xfrm>
            <a:off x="6375240" y="228600"/>
            <a:ext cx="678600" cy="40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1600" strike="noStrike" u="none">
                <a:solidFill>
                  <a:schemeClr val="dk1"/>
                </a:solidFill>
                <a:effectLst/>
                <a:uFillTx/>
                <a:latin typeface="Work Sans SemiBold"/>
                <a:ea typeface="Work Sans SemiBold"/>
              </a:rPr>
              <a:t>xx%</a:t>
            </a:r>
            <a:endParaRPr b="0" lang="fr-FR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title"/>
          </p:nvPr>
        </p:nvSpPr>
        <p:spPr>
          <a:xfrm>
            <a:off x="2241000" y="3498120"/>
            <a:ext cx="4899600" cy="128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2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body"/>
          </p:nvPr>
        </p:nvSpPr>
        <p:spPr>
          <a:xfrm>
            <a:off x="0" y="3161160"/>
            <a:ext cx="9143640" cy="19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3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99;p18" descr=""/>
          <p:cNvPicPr/>
          <p:nvPr/>
        </p:nvPicPr>
        <p:blipFill>
          <a:blip r:embed="rId2">
            <a:alphaModFix amt="25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228600" y="191880"/>
            <a:ext cx="76003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title"/>
          </p:nvPr>
        </p:nvSpPr>
        <p:spPr>
          <a:xfrm>
            <a:off x="4574880" y="3948480"/>
            <a:ext cx="1082880" cy="31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r">
              <a:lnSpc>
                <a:spcPct val="100000"/>
              </a:lnSpc>
              <a:buNone/>
            </a:pPr>
            <a:r>
              <a:rPr b="0" lang="fr-FR" sz="1600" strike="noStrike" u="none">
                <a:solidFill>
                  <a:schemeClr val="dk1"/>
                </a:solidFill>
                <a:effectLst/>
                <a:uFillTx/>
                <a:latin typeface="Work Sans SemiBold"/>
                <a:ea typeface="Work Sans SemiBold"/>
              </a:rPr>
              <a:t>xx%</a:t>
            </a:r>
            <a:endParaRPr b="0" lang="fr-FR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title"/>
          </p:nvPr>
        </p:nvSpPr>
        <p:spPr>
          <a:xfrm>
            <a:off x="4574880" y="1302840"/>
            <a:ext cx="1082880" cy="31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r">
              <a:lnSpc>
                <a:spcPct val="100000"/>
              </a:lnSpc>
              <a:buNone/>
            </a:pPr>
            <a:r>
              <a:rPr b="0" lang="fr-FR" sz="1600" strike="noStrike" u="none">
                <a:solidFill>
                  <a:schemeClr val="dk1"/>
                </a:solidFill>
                <a:effectLst/>
                <a:uFillTx/>
                <a:latin typeface="Work Sans SemiBold"/>
                <a:ea typeface="Work Sans SemiBold"/>
              </a:rPr>
              <a:t>xx%</a:t>
            </a:r>
            <a:endParaRPr b="0" lang="fr-FR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title"/>
          </p:nvPr>
        </p:nvSpPr>
        <p:spPr>
          <a:xfrm>
            <a:off x="229680" y="1302840"/>
            <a:ext cx="1082880" cy="31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r">
              <a:lnSpc>
                <a:spcPct val="100000"/>
              </a:lnSpc>
              <a:buNone/>
            </a:pPr>
            <a:r>
              <a:rPr b="0" lang="fr-FR" sz="1600" strike="noStrike" u="none">
                <a:solidFill>
                  <a:schemeClr val="dk1"/>
                </a:solidFill>
                <a:effectLst/>
                <a:uFillTx/>
                <a:latin typeface="Work Sans SemiBold"/>
                <a:ea typeface="Work Sans SemiBold"/>
              </a:rPr>
              <a:t>xx%</a:t>
            </a:r>
            <a:endParaRPr b="0" lang="fr-FR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title"/>
          </p:nvPr>
        </p:nvSpPr>
        <p:spPr>
          <a:xfrm>
            <a:off x="229680" y="3948480"/>
            <a:ext cx="1082880" cy="31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r">
              <a:lnSpc>
                <a:spcPct val="100000"/>
              </a:lnSpc>
              <a:buNone/>
            </a:pPr>
            <a:r>
              <a:rPr b="0" lang="fr-FR" sz="1600" strike="noStrike" u="none">
                <a:solidFill>
                  <a:schemeClr val="dk1"/>
                </a:solidFill>
                <a:effectLst/>
                <a:uFillTx/>
                <a:latin typeface="Work Sans SemiBold"/>
                <a:ea typeface="Work Sans SemiBold"/>
              </a:rPr>
              <a:t>xx%</a:t>
            </a:r>
            <a:endParaRPr b="0" lang="fr-FR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title"/>
          </p:nvPr>
        </p:nvSpPr>
        <p:spPr>
          <a:xfrm>
            <a:off x="4574880" y="2625480"/>
            <a:ext cx="1082880" cy="31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r">
              <a:lnSpc>
                <a:spcPct val="100000"/>
              </a:lnSpc>
              <a:buNone/>
            </a:pPr>
            <a:r>
              <a:rPr b="0" lang="fr-FR" sz="1600" strike="noStrike" u="none">
                <a:solidFill>
                  <a:schemeClr val="dk1"/>
                </a:solidFill>
                <a:effectLst/>
                <a:uFillTx/>
                <a:latin typeface="Work Sans SemiBold"/>
                <a:ea typeface="Work Sans SemiBold"/>
              </a:rPr>
              <a:t>xx%</a:t>
            </a:r>
            <a:endParaRPr b="0" lang="fr-FR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title"/>
          </p:nvPr>
        </p:nvSpPr>
        <p:spPr>
          <a:xfrm>
            <a:off x="229680" y="2625480"/>
            <a:ext cx="1082880" cy="31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r">
              <a:lnSpc>
                <a:spcPct val="100000"/>
              </a:lnSpc>
              <a:buNone/>
            </a:pPr>
            <a:r>
              <a:rPr b="0" lang="fr-FR" sz="1600" strike="noStrike" u="none">
                <a:solidFill>
                  <a:schemeClr val="dk1"/>
                </a:solidFill>
                <a:effectLst/>
                <a:uFillTx/>
                <a:latin typeface="Work Sans SemiBold"/>
                <a:ea typeface="Work Sans SemiBold"/>
              </a:rPr>
              <a:t>xx%</a:t>
            </a:r>
            <a:endParaRPr b="0" lang="fr-FR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_1_2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114;p19" descr=""/>
          <p:cNvPicPr/>
          <p:nvPr/>
        </p:nvPicPr>
        <p:blipFill>
          <a:blip r:embed="rId2">
            <a:alphaModFix amt="25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" name="PlaceHolder 1"/>
          <p:cNvSpPr>
            <a:spLocks noGrp="1"/>
          </p:cNvSpPr>
          <p:nvPr>
            <p:ph type="body"/>
          </p:nvPr>
        </p:nvSpPr>
        <p:spPr>
          <a:xfrm>
            <a:off x="-10440" y="0"/>
            <a:ext cx="9154080" cy="514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title"/>
          </p:nvPr>
        </p:nvSpPr>
        <p:spPr>
          <a:xfrm>
            <a:off x="228600" y="3836520"/>
            <a:ext cx="3800160" cy="75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4000" strike="noStrike" u="none">
                <a:solidFill>
                  <a:schemeClr val="dk1"/>
                </a:solidFill>
                <a:effectLst/>
                <a:uFillTx/>
                <a:latin typeface="Savate Light"/>
                <a:ea typeface="Savate Light"/>
              </a:rPr>
              <a:t>xx%</a:t>
            </a:r>
            <a:endParaRPr b="0" lang="fr-FR" sz="4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title"/>
          </p:nvPr>
        </p:nvSpPr>
        <p:spPr>
          <a:xfrm>
            <a:off x="5122440" y="3836520"/>
            <a:ext cx="3792960" cy="75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4000" strike="noStrike" u="none">
                <a:solidFill>
                  <a:schemeClr val="dk1"/>
                </a:solidFill>
                <a:effectLst/>
                <a:uFillTx/>
                <a:latin typeface="Savate Light"/>
                <a:ea typeface="Savate Light"/>
              </a:rPr>
              <a:t>xx%</a:t>
            </a:r>
            <a:endParaRPr b="0" lang="fr-FR" sz="4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228600" y="1699560"/>
            <a:ext cx="868680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2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3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122;p20" descr=""/>
          <p:cNvPicPr/>
          <p:nvPr/>
        </p:nvPicPr>
        <p:blipFill>
          <a:blip r:embed="rId2">
            <a:alphaModFix amt="25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1314360" y="704880"/>
            <a:ext cx="6514920" cy="105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4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4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8" name="Google Shape;125;p20"/>
          <p:cNvSpPr/>
          <p:nvPr/>
        </p:nvSpPr>
        <p:spPr>
          <a:xfrm>
            <a:off x="4572000" y="4125600"/>
            <a:ext cx="4252680" cy="55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" sz="1000" strike="noStrike" u="none">
                <a:solidFill>
                  <a:schemeClr val="dk1"/>
                </a:solidFill>
                <a:effectLst/>
                <a:uFillTx/>
                <a:latin typeface="Work Sans"/>
                <a:ea typeface="Work Sans"/>
              </a:rPr>
              <a:t>CREDITS:</a:t>
            </a:r>
            <a:r>
              <a:rPr b="0" lang="en" sz="1000" strike="noStrike" u="none">
                <a:solidFill>
                  <a:schemeClr val="dk1"/>
                </a:solidFill>
                <a:effectLst/>
                <a:uFillTx/>
                <a:latin typeface="Work Sans"/>
                <a:ea typeface="Work Sans"/>
              </a:rPr>
              <a:t> This presentation template was created by </a:t>
            </a:r>
            <a:r>
              <a:rPr b="1" lang="en" sz="1000" strike="noStrike" u="sng">
                <a:solidFill>
                  <a:schemeClr val="hlink"/>
                </a:solidFill>
                <a:effectLst/>
                <a:uFillTx/>
                <a:latin typeface="Work Sans"/>
                <a:ea typeface="Work Sans"/>
                <a:hlinkClick r:id="rId3"/>
              </a:rPr>
              <a:t>Slidesgo</a:t>
            </a:r>
            <a:r>
              <a:rPr b="0" lang="en" sz="1000" strike="noStrike" u="none">
                <a:solidFill>
                  <a:schemeClr val="dk1"/>
                </a:solidFill>
                <a:effectLst/>
                <a:uFillTx/>
                <a:latin typeface="Work Sans"/>
                <a:ea typeface="Work Sans"/>
              </a:rPr>
              <a:t>, and includes icons, infographics &amp; images by </a:t>
            </a:r>
            <a:r>
              <a:rPr b="1" lang="en" sz="1000" strike="noStrike" u="sng">
                <a:solidFill>
                  <a:schemeClr val="hlink"/>
                </a:solidFill>
                <a:effectLst/>
                <a:uFillTx/>
                <a:latin typeface="Work Sans"/>
                <a:ea typeface="Work Sans"/>
                <a:hlinkClick r:id="rId4"/>
              </a:rPr>
              <a:t>Freepik</a:t>
            </a:r>
            <a:r>
              <a:rPr b="0" lang="en" sz="1000" strike="noStrike" u="none">
                <a:solidFill>
                  <a:schemeClr val="dk1"/>
                </a:solidFill>
                <a:effectLst/>
                <a:uFillTx/>
                <a:latin typeface="Work Sans"/>
                <a:ea typeface="Work Sans"/>
              </a:rPr>
              <a:t> 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14;p3" descr=""/>
          <p:cNvPicPr/>
          <p:nvPr/>
        </p:nvPicPr>
        <p:blipFill>
          <a:blip r:embed="rId2">
            <a:alphaModFix amt="25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PlaceHolder 1"/>
          <p:cNvSpPr>
            <a:spLocks noGrp="1"/>
          </p:cNvSpPr>
          <p:nvPr>
            <p:ph type="body"/>
          </p:nvPr>
        </p:nvSpPr>
        <p:spPr>
          <a:xfrm>
            <a:off x="-10440" y="0"/>
            <a:ext cx="9154080" cy="514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title"/>
          </p:nvPr>
        </p:nvSpPr>
        <p:spPr>
          <a:xfrm>
            <a:off x="894240" y="704160"/>
            <a:ext cx="7355160" cy="105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4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4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title"/>
          </p:nvPr>
        </p:nvSpPr>
        <p:spPr>
          <a:xfrm>
            <a:off x="7829640" y="3743280"/>
            <a:ext cx="1066320" cy="117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r">
              <a:lnSpc>
                <a:spcPct val="100000"/>
              </a:lnSpc>
              <a:buNone/>
            </a:pPr>
            <a:r>
              <a:rPr b="0" lang="fr-FR" sz="2500" strike="noStrike" u="none">
                <a:solidFill>
                  <a:schemeClr val="dk1"/>
                </a:solidFill>
                <a:effectLst/>
                <a:uFillTx/>
                <a:latin typeface="Savate Light"/>
                <a:ea typeface="Savate Light"/>
              </a:rPr>
              <a:t>xx%</a:t>
            </a:r>
            <a:endParaRPr b="0" lang="fr-FR" sz="2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_1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127;p21" descr=""/>
          <p:cNvPicPr/>
          <p:nvPr/>
        </p:nvPicPr>
        <p:blipFill>
          <a:blip r:embed="rId2">
            <a:alphaModFix amt="25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_1_1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129;p22" descr=""/>
          <p:cNvPicPr/>
          <p:nvPr/>
        </p:nvPicPr>
        <p:blipFill>
          <a:blip r:embed="rId2">
            <a:alphaModFix amt="25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" name="Google Shape;130;p22" descr=""/>
          <p:cNvPicPr/>
          <p:nvPr/>
        </p:nvPicPr>
        <p:blipFill>
          <a:blip r:embed="rId3">
            <a:alphaModFix amt="90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19;p4" descr=""/>
          <p:cNvPicPr/>
          <p:nvPr/>
        </p:nvPicPr>
        <p:blipFill>
          <a:blip r:embed="rId2">
            <a:alphaModFix amt="25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228600" y="19188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228600" y="1498680"/>
            <a:ext cx="770364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23;p5" descr=""/>
          <p:cNvPicPr/>
          <p:nvPr/>
        </p:nvPicPr>
        <p:blipFill>
          <a:blip r:embed="rId2">
            <a:alphaModFix amt="25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3485520" cy="514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title"/>
          </p:nvPr>
        </p:nvSpPr>
        <p:spPr>
          <a:xfrm>
            <a:off x="366480" y="216000"/>
            <a:ext cx="2752920" cy="12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2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31;p6" descr=""/>
          <p:cNvPicPr/>
          <p:nvPr/>
        </p:nvPicPr>
        <p:blipFill>
          <a:blip r:embed="rId2">
            <a:alphaModFix amt="25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228600" y="1890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34;p7" descr=""/>
          <p:cNvPicPr/>
          <p:nvPr/>
        </p:nvPicPr>
        <p:blipFill>
          <a:blip r:embed="rId2">
            <a:alphaModFix amt="25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228600" y="191880"/>
            <a:ext cx="3998160" cy="1445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228600" y="2382480"/>
            <a:ext cx="3823920" cy="2532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5657760" y="1400040"/>
            <a:ext cx="2171520" cy="342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39;p8" descr=""/>
          <p:cNvPicPr/>
          <p:nvPr/>
        </p:nvPicPr>
        <p:blipFill>
          <a:blip r:embed="rId2">
            <a:alphaModFix amt="25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PlaceHolder 1"/>
          <p:cNvSpPr>
            <a:spLocks noGrp="1"/>
          </p:cNvSpPr>
          <p:nvPr>
            <p:ph type="body"/>
          </p:nvPr>
        </p:nvSpPr>
        <p:spPr>
          <a:xfrm>
            <a:off x="-10440" y="0"/>
            <a:ext cx="9154080" cy="514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title"/>
          </p:nvPr>
        </p:nvSpPr>
        <p:spPr>
          <a:xfrm>
            <a:off x="1314360" y="1400040"/>
            <a:ext cx="6514920" cy="234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4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4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43;p9" descr=""/>
          <p:cNvPicPr/>
          <p:nvPr/>
        </p:nvPicPr>
        <p:blipFill>
          <a:blip r:embed="rId2">
            <a:alphaModFix amt="25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0" y="3743280"/>
            <a:ext cx="4343040" cy="117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title"/>
          </p:nvPr>
        </p:nvSpPr>
        <p:spPr>
          <a:xfrm>
            <a:off x="570960" y="3647880"/>
            <a:ext cx="3658320" cy="941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2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imple-light-2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_1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136;p25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48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_1_1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139;p26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728640" y="539640"/>
            <a:ext cx="3347280" cy="48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title"/>
          </p:nvPr>
        </p:nvSpPr>
        <p:spPr>
          <a:xfrm>
            <a:off x="4977720" y="539640"/>
            <a:ext cx="3458160" cy="48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2"/>
    <p:sldLayoutId id="2147483672" r:id="rId3"/>
    <p:sldLayoutId id="2147483673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6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6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7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1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7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6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146;p27" descr=""/>
          <p:cNvPicPr/>
          <p:nvPr/>
        </p:nvPicPr>
        <p:blipFill>
          <a:blip r:embed="rId1">
            <a:alphaModFix amt="90000"/>
          </a:blip>
          <a:srcRect l="0" t="59" r="0" b="51"/>
          <a:stretch/>
        </p:blipFill>
        <p:spPr>
          <a:xfrm>
            <a:off x="-10440" y="0"/>
            <a:ext cx="915408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Google Shape;147;p27"/>
          <p:cNvSpPr/>
          <p:nvPr/>
        </p:nvSpPr>
        <p:spPr>
          <a:xfrm>
            <a:off x="7705800" y="324000"/>
            <a:ext cx="109512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DEEP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3" name="Google Shape;148;p27"/>
          <p:cNvSpPr/>
          <p:nvPr/>
        </p:nvSpPr>
        <p:spPr>
          <a:xfrm>
            <a:off x="343080" y="324000"/>
            <a:ext cx="109512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FRESH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4" name="Google Shape;149;p27"/>
          <p:cNvSpPr/>
          <p:nvPr/>
        </p:nvSpPr>
        <p:spPr>
          <a:xfrm>
            <a:off x="4029120" y="324000"/>
            <a:ext cx="109512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WILD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647640" y="1981080"/>
            <a:ext cx="7838640" cy="122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800" strike="noStrike" u="none">
                <a:solidFill>
                  <a:schemeClr val="dk1"/>
                </a:solidFill>
                <a:effectLst/>
                <a:uFillTx/>
                <a:latin typeface="Savate Light"/>
                <a:ea typeface="Savate Light"/>
              </a:rPr>
              <a:t>Exploratory Data</a:t>
            </a:r>
            <a:endParaRPr b="0" lang="fr-FR" sz="4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subTitle"/>
          </p:nvPr>
        </p:nvSpPr>
        <p:spPr>
          <a:xfrm>
            <a:off x="228600" y="3743280"/>
            <a:ext cx="1628280" cy="117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Work Sans"/>
                <a:ea typeface="Work Sans"/>
              </a:rPr>
              <a:t>From fundamentals to practical EDA techniques for reliable data-driven decisions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87" name="Google Shape;152;p27"/>
          <p:cNvGrpSpPr/>
          <p:nvPr/>
        </p:nvGrpSpPr>
        <p:grpSpPr>
          <a:xfrm>
            <a:off x="202320" y="1703520"/>
            <a:ext cx="8712720" cy="3132720"/>
            <a:chOff x="202320" y="1703520"/>
            <a:chExt cx="8712720" cy="3132720"/>
          </a:xfrm>
        </p:grpSpPr>
        <p:sp>
          <p:nvSpPr>
            <p:cNvPr id="88" name="Google Shape;153;p27"/>
            <p:cNvSpPr/>
            <p:nvPr/>
          </p:nvSpPr>
          <p:spPr>
            <a:xfrm>
              <a:off x="202320" y="1703520"/>
              <a:ext cx="8712720" cy="1783080"/>
            </a:xfrm>
            <a:prstGeom prst="ellipse">
              <a:avLst/>
            </a:prstGeom>
            <a:noFill/>
            <a:ln w="19050">
              <a:solidFill>
                <a:srgbClr val="d3dc8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" name="Google Shape;154;p27">
              <a:hlinkClick r:id="" action="ppaction://hlinkshowjump?jump=nextslide"/>
            </p:cNvPr>
            <p:cNvSpPr/>
            <p:nvPr/>
          </p:nvSpPr>
          <p:spPr>
            <a:xfrm>
              <a:off x="8537040" y="4608720"/>
              <a:ext cx="263880" cy="227520"/>
            </a:xfrm>
            <a:custGeom>
              <a:avLst/>
              <a:gdLst>
                <a:gd name="textAreaLeft" fmla="*/ 0 w 263880"/>
                <a:gd name="textAreaRight" fmla="*/ 264240 w 263880"/>
                <a:gd name="textAreaTop" fmla="*/ 0 h 227520"/>
                <a:gd name="textAreaBottom" fmla="*/ 227880 h 227520"/>
              </a:gdLst>
              <a:ahLst/>
              <a:cxnLst/>
              <a:rect l="textAreaLeft" t="textAreaTop" r="textAreaRight" b="textAreaBottom"/>
              <a:pathLst>
                <a:path w="1956625" h="1687353">
                  <a:moveTo>
                    <a:pt x="1321022" y="1687354"/>
                  </a:moveTo>
                  <a:lnTo>
                    <a:pt x="1185196" y="1575340"/>
                  </a:lnTo>
                  <a:cubicBezTo>
                    <a:pt x="1265682" y="1454658"/>
                    <a:pt x="1345692" y="1349026"/>
                    <a:pt x="1425512" y="1258538"/>
                  </a:cubicBezTo>
                  <a:cubicBezTo>
                    <a:pt x="1505236" y="1168051"/>
                    <a:pt x="1583150" y="1095566"/>
                    <a:pt x="1659255" y="1040892"/>
                  </a:cubicBezTo>
                  <a:cubicBezTo>
                    <a:pt x="1610392" y="1045178"/>
                    <a:pt x="1555433" y="1049179"/>
                    <a:pt x="1494377" y="1052703"/>
                  </a:cubicBezTo>
                  <a:cubicBezTo>
                    <a:pt x="1433227" y="1056323"/>
                    <a:pt x="1363980" y="1058132"/>
                    <a:pt x="1286447" y="1058132"/>
                  </a:cubicBezTo>
                  <a:lnTo>
                    <a:pt x="599123" y="1058132"/>
                  </a:lnTo>
                  <a:cubicBezTo>
                    <a:pt x="501396" y="1058132"/>
                    <a:pt x="415195" y="1045940"/>
                    <a:pt x="340519" y="1021461"/>
                  </a:cubicBezTo>
                  <a:cubicBezTo>
                    <a:pt x="265843" y="996982"/>
                    <a:pt x="203264" y="961835"/>
                    <a:pt x="152971" y="915924"/>
                  </a:cubicBezTo>
                  <a:cubicBezTo>
                    <a:pt x="102775" y="869918"/>
                    <a:pt x="64675" y="814292"/>
                    <a:pt x="38767" y="748856"/>
                  </a:cubicBezTo>
                  <a:cubicBezTo>
                    <a:pt x="12859" y="683514"/>
                    <a:pt x="0" y="610553"/>
                    <a:pt x="0" y="530162"/>
                  </a:cubicBezTo>
                  <a:cubicBezTo>
                    <a:pt x="0" y="449771"/>
                    <a:pt x="12859" y="376809"/>
                    <a:pt x="38767" y="311372"/>
                  </a:cubicBezTo>
                  <a:cubicBezTo>
                    <a:pt x="64675" y="246031"/>
                    <a:pt x="102679" y="190024"/>
                    <a:pt x="152971" y="143256"/>
                  </a:cubicBezTo>
                  <a:cubicBezTo>
                    <a:pt x="203264" y="96584"/>
                    <a:pt x="265843" y="61055"/>
                    <a:pt x="340519" y="36671"/>
                  </a:cubicBezTo>
                  <a:cubicBezTo>
                    <a:pt x="415100" y="12192"/>
                    <a:pt x="501301" y="0"/>
                    <a:pt x="599123" y="0"/>
                  </a:cubicBezTo>
                  <a:lnTo>
                    <a:pt x="708946" y="0"/>
                  </a:lnTo>
                  <a:lnTo>
                    <a:pt x="708946" y="172403"/>
                  </a:lnTo>
                  <a:lnTo>
                    <a:pt x="599123" y="172403"/>
                  </a:lnTo>
                  <a:cubicBezTo>
                    <a:pt x="458343" y="172403"/>
                    <a:pt x="352044" y="203264"/>
                    <a:pt x="280130" y="265081"/>
                  </a:cubicBezTo>
                  <a:cubicBezTo>
                    <a:pt x="208312" y="326803"/>
                    <a:pt x="172498" y="415195"/>
                    <a:pt x="172498" y="530162"/>
                  </a:cubicBezTo>
                  <a:cubicBezTo>
                    <a:pt x="172498" y="645128"/>
                    <a:pt x="208312" y="731330"/>
                    <a:pt x="280130" y="793052"/>
                  </a:cubicBezTo>
                  <a:cubicBezTo>
                    <a:pt x="352044" y="854774"/>
                    <a:pt x="458248" y="885730"/>
                    <a:pt x="599123" y="885730"/>
                  </a:cubicBezTo>
                  <a:lnTo>
                    <a:pt x="1286447" y="885730"/>
                  </a:lnTo>
                  <a:cubicBezTo>
                    <a:pt x="1364075" y="885730"/>
                    <a:pt x="1433322" y="887444"/>
                    <a:pt x="1494377" y="891064"/>
                  </a:cubicBezTo>
                  <a:cubicBezTo>
                    <a:pt x="1555433" y="894683"/>
                    <a:pt x="1610392" y="898589"/>
                    <a:pt x="1659255" y="902875"/>
                  </a:cubicBezTo>
                  <a:cubicBezTo>
                    <a:pt x="1583150" y="848297"/>
                    <a:pt x="1505236" y="775716"/>
                    <a:pt x="1425512" y="685229"/>
                  </a:cubicBezTo>
                  <a:cubicBezTo>
                    <a:pt x="1345692" y="594741"/>
                    <a:pt x="1265682" y="489204"/>
                    <a:pt x="1185196" y="368427"/>
                  </a:cubicBezTo>
                  <a:lnTo>
                    <a:pt x="1321022" y="256413"/>
                  </a:lnTo>
                  <a:cubicBezTo>
                    <a:pt x="1391317" y="369951"/>
                    <a:pt x="1459611" y="469011"/>
                    <a:pt x="1525619" y="553784"/>
                  </a:cubicBezTo>
                  <a:cubicBezTo>
                    <a:pt x="1591723" y="638556"/>
                    <a:pt x="1659922" y="713613"/>
                    <a:pt x="1730312" y="778955"/>
                  </a:cubicBezTo>
                  <a:cubicBezTo>
                    <a:pt x="1800701" y="844391"/>
                    <a:pt x="1876139" y="906399"/>
                    <a:pt x="1956626" y="965359"/>
                  </a:cubicBezTo>
                  <a:lnTo>
                    <a:pt x="1956626" y="978218"/>
                  </a:lnTo>
                  <a:cubicBezTo>
                    <a:pt x="1876139" y="1035749"/>
                    <a:pt x="1800701" y="1097471"/>
                    <a:pt x="1730312" y="1163574"/>
                  </a:cubicBezTo>
                  <a:cubicBezTo>
                    <a:pt x="1659922" y="1229677"/>
                    <a:pt x="1591723" y="1304735"/>
                    <a:pt x="1525619" y="1388745"/>
                  </a:cubicBezTo>
                  <a:cubicBezTo>
                    <a:pt x="1459611" y="1472851"/>
                    <a:pt x="1391317" y="1572292"/>
                    <a:pt x="1321022" y="1687163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225;p30" descr=""/>
          <p:cNvPicPr/>
          <p:nvPr/>
        </p:nvPicPr>
        <p:blipFill>
          <a:blip r:embed="rId1"/>
          <a:srcRect l="0" t="736" r="0" b="736"/>
          <a:stretch/>
        </p:blipFill>
        <p:spPr>
          <a:xfrm>
            <a:off x="5114880" y="342360"/>
            <a:ext cx="3685680" cy="222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" name="PlaceHolder 1"/>
          <p:cNvSpPr>
            <a:spLocks noGrp="1"/>
          </p:cNvSpPr>
          <p:nvPr>
            <p:ph type="subTitle"/>
          </p:nvPr>
        </p:nvSpPr>
        <p:spPr>
          <a:xfrm>
            <a:off x="228600" y="228600"/>
            <a:ext cx="4219200" cy="196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Work Sans"/>
                <a:ea typeface="Work Sans"/>
              </a:rPr>
              <a:t>Exploratory Data Analysis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Work Sans"/>
                <a:ea typeface="Work Sans"/>
              </a:rPr>
              <a:t> (EDA) uncovers patterns, detects anomalies, and validates assumptions early in projects.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algn="just">
              <a:lnSpc>
                <a:spcPct val="150000"/>
              </a:lnSpc>
              <a:tabLst>
                <a:tab algn="l" pos="0"/>
              </a:tabLst>
            </a:pP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Work Sans"/>
                <a:ea typeface="Work Sans"/>
              </a:rPr>
              <a:t>It improves data quality, guides feature engineering, and reduces model risk.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92" name="Google Shape;227;p30"/>
          <p:cNvGrpSpPr/>
          <p:nvPr/>
        </p:nvGrpSpPr>
        <p:grpSpPr>
          <a:xfrm>
            <a:off x="1314720" y="2340720"/>
            <a:ext cx="6514920" cy="2459880"/>
            <a:chOff x="1314720" y="2340720"/>
            <a:chExt cx="6514920" cy="2459880"/>
          </a:xfrm>
        </p:grpSpPr>
        <p:sp>
          <p:nvSpPr>
            <p:cNvPr id="93" name="Google Shape;228;p30"/>
            <p:cNvSpPr/>
            <p:nvPr/>
          </p:nvSpPr>
          <p:spPr>
            <a:xfrm>
              <a:off x="1314720" y="3436200"/>
              <a:ext cx="6514920" cy="1364400"/>
            </a:xfrm>
            <a:prstGeom prst="ellipse">
              <a:avLst/>
            </a:prstGeom>
            <a:noFill/>
            <a:ln w="19050">
              <a:solidFill>
                <a:srgbClr val="d3dc8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4" name="Google Shape;229;p30">
              <a:hlinkClick r:id="" action="ppaction://hlinkshowjump?jump=nextslide"/>
            </p:cNvPr>
            <p:cNvSpPr/>
            <p:nvPr/>
          </p:nvSpPr>
          <p:spPr>
            <a:xfrm rot="2928600">
              <a:off x="4379400" y="2387520"/>
              <a:ext cx="228600" cy="227880"/>
            </a:xfrm>
            <a:custGeom>
              <a:avLst/>
              <a:gdLst>
                <a:gd name="textAreaLeft" fmla="*/ 0 w 228600"/>
                <a:gd name="textAreaRight" fmla="*/ 228960 w 228600"/>
                <a:gd name="textAreaTop" fmla="*/ 0 h 227880"/>
                <a:gd name="textAreaBottom" fmla="*/ 228240 h 227880"/>
              </a:gdLst>
              <a:ahLst/>
              <a:cxnLst/>
              <a:rect l="textAreaLeft" t="textAreaTop" r="textAreaRight" b="textAreaBottom"/>
              <a:pathLst>
                <a:path w="1435036" h="1430654">
                  <a:moveTo>
                    <a:pt x="1208818" y="522446"/>
                  </a:moveTo>
                  <a:cubicBezTo>
                    <a:pt x="1138428" y="457105"/>
                    <a:pt x="1070229" y="382048"/>
                    <a:pt x="1004221" y="297275"/>
                  </a:cubicBezTo>
                  <a:cubicBezTo>
                    <a:pt x="938117" y="212598"/>
                    <a:pt x="869823" y="113443"/>
                    <a:pt x="799529" y="0"/>
                  </a:cubicBezTo>
                  <a:lnTo>
                    <a:pt x="663797" y="112014"/>
                  </a:lnTo>
                  <a:cubicBezTo>
                    <a:pt x="722662" y="202502"/>
                    <a:pt x="781907" y="284036"/>
                    <a:pt x="841534" y="356521"/>
                  </a:cubicBezTo>
                  <a:cubicBezTo>
                    <a:pt x="901160" y="429101"/>
                    <a:pt x="960406" y="492728"/>
                    <a:pt x="1019365" y="547211"/>
                  </a:cubicBezTo>
                  <a:cubicBezTo>
                    <a:pt x="1060133" y="585026"/>
                    <a:pt x="1100233" y="617887"/>
                    <a:pt x="1139666" y="646081"/>
                  </a:cubicBezTo>
                  <a:cubicBezTo>
                    <a:pt x="1098137" y="642176"/>
                    <a:pt x="1052608" y="638747"/>
                    <a:pt x="1003078" y="635603"/>
                  </a:cubicBezTo>
                  <a:cubicBezTo>
                    <a:pt x="934879" y="631222"/>
                    <a:pt x="855536" y="629126"/>
                    <a:pt x="765048" y="629126"/>
                  </a:cubicBezTo>
                  <a:lnTo>
                    <a:pt x="0" y="629126"/>
                  </a:lnTo>
                  <a:lnTo>
                    <a:pt x="0" y="801529"/>
                  </a:lnTo>
                  <a:lnTo>
                    <a:pt x="765048" y="801529"/>
                  </a:lnTo>
                  <a:cubicBezTo>
                    <a:pt x="855536" y="801529"/>
                    <a:pt x="934879" y="799338"/>
                    <a:pt x="1003078" y="795052"/>
                  </a:cubicBezTo>
                  <a:cubicBezTo>
                    <a:pt x="1052513" y="791909"/>
                    <a:pt x="1098042" y="788480"/>
                    <a:pt x="1139571" y="784574"/>
                  </a:cubicBezTo>
                  <a:cubicBezTo>
                    <a:pt x="1100138" y="812768"/>
                    <a:pt x="1060037" y="845630"/>
                    <a:pt x="1019270" y="883444"/>
                  </a:cubicBezTo>
                  <a:cubicBezTo>
                    <a:pt x="960311" y="938022"/>
                    <a:pt x="901065" y="1001649"/>
                    <a:pt x="841438" y="1074134"/>
                  </a:cubicBezTo>
                  <a:cubicBezTo>
                    <a:pt x="781812" y="1146620"/>
                    <a:pt x="722567" y="1228154"/>
                    <a:pt x="663702" y="1318641"/>
                  </a:cubicBezTo>
                  <a:lnTo>
                    <a:pt x="799433" y="1430655"/>
                  </a:lnTo>
                  <a:cubicBezTo>
                    <a:pt x="869728" y="1315784"/>
                    <a:pt x="938022" y="1216247"/>
                    <a:pt x="1004126" y="1132237"/>
                  </a:cubicBezTo>
                  <a:cubicBezTo>
                    <a:pt x="1070134" y="1048226"/>
                    <a:pt x="1138333" y="973169"/>
                    <a:pt x="1208723" y="907066"/>
                  </a:cubicBezTo>
                  <a:cubicBezTo>
                    <a:pt x="1279112" y="841058"/>
                    <a:pt x="1354550" y="779240"/>
                    <a:pt x="1435037" y="721805"/>
                  </a:cubicBezTo>
                  <a:lnTo>
                    <a:pt x="1435037" y="708851"/>
                  </a:lnTo>
                  <a:cubicBezTo>
                    <a:pt x="1354550" y="649986"/>
                    <a:pt x="1279112" y="587883"/>
                    <a:pt x="1208723" y="522446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95" name="PlaceHolder 2"/>
          <p:cNvSpPr>
            <a:spLocks noGrp="1"/>
          </p:cNvSpPr>
          <p:nvPr>
            <p:ph type="title"/>
          </p:nvPr>
        </p:nvSpPr>
        <p:spPr>
          <a:xfrm>
            <a:off x="2400480" y="3514680"/>
            <a:ext cx="4343040" cy="1218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500" strike="noStrike" u="none">
                <a:solidFill>
                  <a:schemeClr val="dk1"/>
                </a:solidFill>
                <a:effectLst/>
                <a:uFillTx/>
                <a:latin typeface="Savate Light"/>
                <a:ea typeface="Savate Light"/>
              </a:rPr>
              <a:t>Introduction</a:t>
            </a:r>
            <a:endParaRPr b="0" lang="fr-FR" sz="2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235;p31" descr=""/>
          <p:cNvPicPr/>
          <p:nvPr/>
        </p:nvPicPr>
        <p:blipFill>
          <a:blip r:embed="rId1">
            <a:alphaModFix amt="90000"/>
          </a:blip>
          <a:srcRect l="0" t="59" r="0" b="51"/>
          <a:stretch/>
        </p:blipFill>
        <p:spPr>
          <a:xfrm>
            <a:off x="-10440" y="0"/>
            <a:ext cx="915408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" name="Google Shape;236;p31"/>
          <p:cNvSpPr/>
          <p:nvPr/>
        </p:nvSpPr>
        <p:spPr>
          <a:xfrm>
            <a:off x="7705800" y="2571840"/>
            <a:ext cx="109512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8" name="Google Shape;237;p31"/>
          <p:cNvSpPr/>
          <p:nvPr/>
        </p:nvSpPr>
        <p:spPr>
          <a:xfrm>
            <a:off x="343080" y="2571840"/>
            <a:ext cx="109512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9" name="Google Shape;238;p31"/>
          <p:cNvSpPr/>
          <p:nvPr/>
        </p:nvSpPr>
        <p:spPr>
          <a:xfrm>
            <a:off x="4029120" y="2571840"/>
            <a:ext cx="109512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895320" y="704880"/>
            <a:ext cx="7353000" cy="1056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800" strike="noStrike" u="none">
                <a:solidFill>
                  <a:schemeClr val="dk1"/>
                </a:solidFill>
                <a:effectLst/>
                <a:uFillTx/>
                <a:latin typeface="Savate Light"/>
                <a:ea typeface="Savate Light"/>
              </a:rPr>
              <a:t>EDA Fundamentals</a:t>
            </a:r>
            <a:endParaRPr b="0" lang="fr-FR" sz="4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title"/>
          </p:nvPr>
        </p:nvSpPr>
        <p:spPr>
          <a:xfrm>
            <a:off x="7829640" y="3588480"/>
            <a:ext cx="1066320" cy="1325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spAutoFit/>
          </a:bodyPr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Work Sans"/>
                <a:ea typeface="Savate Light"/>
              </a:rPr>
              <a:t>01</a:t>
            </a:r>
            <a:endParaRPr b="0" lang="fr-FR" sz="1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02" name="Google Shape;241;p31"/>
          <p:cNvGrpSpPr/>
          <p:nvPr/>
        </p:nvGrpSpPr>
        <p:grpSpPr>
          <a:xfrm>
            <a:off x="202320" y="342360"/>
            <a:ext cx="8712720" cy="4466520"/>
            <a:chOff x="202320" y="342360"/>
            <a:chExt cx="8712720" cy="4466520"/>
          </a:xfrm>
        </p:grpSpPr>
        <p:sp>
          <p:nvSpPr>
            <p:cNvPr id="103" name="Google Shape;242;p31"/>
            <p:cNvSpPr/>
            <p:nvPr/>
          </p:nvSpPr>
          <p:spPr>
            <a:xfrm>
              <a:off x="202320" y="342360"/>
              <a:ext cx="8712720" cy="1783080"/>
            </a:xfrm>
            <a:prstGeom prst="ellipse">
              <a:avLst/>
            </a:prstGeom>
            <a:noFill/>
            <a:ln w="19050">
              <a:solidFill>
                <a:srgbClr val="d3dc8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4" name="Google Shape;243;p31">
              <a:hlinkClick r:id="" action="ppaction://hlinkshowjump?jump=nextslide"/>
            </p:cNvPr>
            <p:cNvSpPr/>
            <p:nvPr/>
          </p:nvSpPr>
          <p:spPr>
            <a:xfrm>
              <a:off x="342720" y="4581360"/>
              <a:ext cx="263880" cy="227520"/>
            </a:xfrm>
            <a:custGeom>
              <a:avLst/>
              <a:gdLst>
                <a:gd name="textAreaLeft" fmla="*/ 0 w 263880"/>
                <a:gd name="textAreaRight" fmla="*/ 264240 w 263880"/>
                <a:gd name="textAreaTop" fmla="*/ 0 h 227520"/>
                <a:gd name="textAreaBottom" fmla="*/ 227880 h 227520"/>
              </a:gdLst>
              <a:ahLst/>
              <a:cxnLst/>
              <a:rect l="textAreaLeft" t="textAreaTop" r="textAreaRight" b="textAreaBottom"/>
              <a:pathLst>
                <a:path w="1956625" h="1687353">
                  <a:moveTo>
                    <a:pt x="1321022" y="1687354"/>
                  </a:moveTo>
                  <a:lnTo>
                    <a:pt x="1185196" y="1575340"/>
                  </a:lnTo>
                  <a:cubicBezTo>
                    <a:pt x="1265682" y="1454658"/>
                    <a:pt x="1345692" y="1349026"/>
                    <a:pt x="1425512" y="1258538"/>
                  </a:cubicBezTo>
                  <a:cubicBezTo>
                    <a:pt x="1505236" y="1168051"/>
                    <a:pt x="1583150" y="1095566"/>
                    <a:pt x="1659255" y="1040892"/>
                  </a:cubicBezTo>
                  <a:cubicBezTo>
                    <a:pt x="1610392" y="1045178"/>
                    <a:pt x="1555433" y="1049179"/>
                    <a:pt x="1494377" y="1052703"/>
                  </a:cubicBezTo>
                  <a:cubicBezTo>
                    <a:pt x="1433227" y="1056323"/>
                    <a:pt x="1363980" y="1058132"/>
                    <a:pt x="1286447" y="1058132"/>
                  </a:cubicBezTo>
                  <a:lnTo>
                    <a:pt x="599123" y="1058132"/>
                  </a:lnTo>
                  <a:cubicBezTo>
                    <a:pt x="501396" y="1058132"/>
                    <a:pt x="415195" y="1045940"/>
                    <a:pt x="340519" y="1021461"/>
                  </a:cubicBezTo>
                  <a:cubicBezTo>
                    <a:pt x="265843" y="996982"/>
                    <a:pt x="203264" y="961835"/>
                    <a:pt x="152971" y="915924"/>
                  </a:cubicBezTo>
                  <a:cubicBezTo>
                    <a:pt x="102775" y="869918"/>
                    <a:pt x="64675" y="814292"/>
                    <a:pt x="38767" y="748856"/>
                  </a:cubicBezTo>
                  <a:cubicBezTo>
                    <a:pt x="12859" y="683514"/>
                    <a:pt x="0" y="610553"/>
                    <a:pt x="0" y="530162"/>
                  </a:cubicBezTo>
                  <a:cubicBezTo>
                    <a:pt x="0" y="449771"/>
                    <a:pt x="12859" y="376809"/>
                    <a:pt x="38767" y="311372"/>
                  </a:cubicBezTo>
                  <a:cubicBezTo>
                    <a:pt x="64675" y="246031"/>
                    <a:pt x="102679" y="190024"/>
                    <a:pt x="152971" y="143256"/>
                  </a:cubicBezTo>
                  <a:cubicBezTo>
                    <a:pt x="203264" y="96584"/>
                    <a:pt x="265843" y="61055"/>
                    <a:pt x="340519" y="36671"/>
                  </a:cubicBezTo>
                  <a:cubicBezTo>
                    <a:pt x="415100" y="12192"/>
                    <a:pt x="501301" y="0"/>
                    <a:pt x="599123" y="0"/>
                  </a:cubicBezTo>
                  <a:lnTo>
                    <a:pt x="708946" y="0"/>
                  </a:lnTo>
                  <a:lnTo>
                    <a:pt x="708946" y="172403"/>
                  </a:lnTo>
                  <a:lnTo>
                    <a:pt x="599123" y="172403"/>
                  </a:lnTo>
                  <a:cubicBezTo>
                    <a:pt x="458343" y="172403"/>
                    <a:pt x="352044" y="203264"/>
                    <a:pt x="280130" y="265081"/>
                  </a:cubicBezTo>
                  <a:cubicBezTo>
                    <a:pt x="208312" y="326803"/>
                    <a:pt x="172498" y="415195"/>
                    <a:pt x="172498" y="530162"/>
                  </a:cubicBezTo>
                  <a:cubicBezTo>
                    <a:pt x="172498" y="645128"/>
                    <a:pt x="208312" y="731330"/>
                    <a:pt x="280130" y="793052"/>
                  </a:cubicBezTo>
                  <a:cubicBezTo>
                    <a:pt x="352044" y="854774"/>
                    <a:pt x="458248" y="885730"/>
                    <a:pt x="599123" y="885730"/>
                  </a:cubicBezTo>
                  <a:lnTo>
                    <a:pt x="1286447" y="885730"/>
                  </a:lnTo>
                  <a:cubicBezTo>
                    <a:pt x="1364075" y="885730"/>
                    <a:pt x="1433322" y="887444"/>
                    <a:pt x="1494377" y="891064"/>
                  </a:cubicBezTo>
                  <a:cubicBezTo>
                    <a:pt x="1555433" y="894683"/>
                    <a:pt x="1610392" y="898589"/>
                    <a:pt x="1659255" y="902875"/>
                  </a:cubicBezTo>
                  <a:cubicBezTo>
                    <a:pt x="1583150" y="848297"/>
                    <a:pt x="1505236" y="775716"/>
                    <a:pt x="1425512" y="685229"/>
                  </a:cubicBezTo>
                  <a:cubicBezTo>
                    <a:pt x="1345692" y="594741"/>
                    <a:pt x="1265682" y="489204"/>
                    <a:pt x="1185196" y="368427"/>
                  </a:cubicBezTo>
                  <a:lnTo>
                    <a:pt x="1321022" y="256413"/>
                  </a:lnTo>
                  <a:cubicBezTo>
                    <a:pt x="1391317" y="369951"/>
                    <a:pt x="1459611" y="469011"/>
                    <a:pt x="1525619" y="553784"/>
                  </a:cubicBezTo>
                  <a:cubicBezTo>
                    <a:pt x="1591723" y="638556"/>
                    <a:pt x="1659922" y="713613"/>
                    <a:pt x="1730312" y="778955"/>
                  </a:cubicBezTo>
                  <a:cubicBezTo>
                    <a:pt x="1800701" y="844391"/>
                    <a:pt x="1876139" y="906399"/>
                    <a:pt x="1956626" y="965359"/>
                  </a:cubicBezTo>
                  <a:lnTo>
                    <a:pt x="1956626" y="978218"/>
                  </a:lnTo>
                  <a:cubicBezTo>
                    <a:pt x="1876139" y="1035749"/>
                    <a:pt x="1800701" y="1097471"/>
                    <a:pt x="1730312" y="1163574"/>
                  </a:cubicBezTo>
                  <a:cubicBezTo>
                    <a:pt x="1659922" y="1229677"/>
                    <a:pt x="1591723" y="1304735"/>
                    <a:pt x="1525619" y="1388745"/>
                  </a:cubicBezTo>
                  <a:cubicBezTo>
                    <a:pt x="1459611" y="1472851"/>
                    <a:pt x="1391317" y="1572292"/>
                    <a:pt x="1321022" y="1687163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"/>
          <p:cNvSpPr/>
          <p:nvPr/>
        </p:nvSpPr>
        <p:spPr>
          <a:xfrm>
            <a:off x="5048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500" strike="noStrike" u="none">
                <a:solidFill>
                  <a:schemeClr val="dk1"/>
                </a:solidFill>
                <a:effectLst/>
                <a:uFillTx/>
                <a:latin typeface="Savate Light"/>
              </a:rPr>
              <a:t>Definition &amp; Goals</a:t>
            </a:r>
            <a:endParaRPr b="0" lang="en-US" sz="25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6" name=""/>
          <p:cNvSpPr/>
          <p:nvPr/>
        </p:nvSpPr>
        <p:spPr>
          <a:xfrm>
            <a:off x="5048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Work Sans"/>
              </a:rPr>
              <a:t>EDA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Work Sans"/>
              </a:rPr>
              <a:t> systematically summarizes data to reveal distributions, relationships, and quality issues.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Work Sans"/>
              </a:rPr>
              <a:t>Primary goals: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Work Sans"/>
              </a:rPr>
              <a:t> detect outliers, assess missingness, generate hypotheses, and inform modeling choices.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107" name="image69b7ee340a576" descr="image69b7ee340a57c"/>
          <p:cNvPicPr/>
          <p:nvPr/>
        </p:nvPicPr>
        <p:blipFill>
          <a:blip r:embed="rId1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500" strike="noStrike" u="none">
                <a:solidFill>
                  <a:schemeClr val="dk1"/>
                </a:solidFill>
                <a:effectLst/>
                <a:uFillTx/>
                <a:latin typeface="Savate Light"/>
              </a:rPr>
              <a:t>Workflow Steps</a:t>
            </a:r>
            <a:endParaRPr b="0" lang="en-US" sz="25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9" name="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Work Sans"/>
              </a:rPr>
              <a:t>Typical workflow: data collection, initial inspection, quality assessment, univariate/bivariate/multivariate analysis, and feature engineering.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Work Sans"/>
              </a:rPr>
              <a:t>Deliverable: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Work Sans"/>
              </a:rPr>
              <a:t> documented insights and cleaned datasets ready for modeling.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704880" y="3772080"/>
            <a:ext cx="5562360" cy="69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92500" lnSpcReduction="9999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Savate Light"/>
                <a:ea typeface="Savate Light"/>
              </a:rPr>
              <a:t>Data Types</a:t>
            </a:r>
            <a:endParaRPr b="0" lang="fr-FR" sz="4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subTitle"/>
          </p:nvPr>
        </p:nvSpPr>
        <p:spPr>
          <a:xfrm>
            <a:off x="3352680" y="228600"/>
            <a:ext cx="5562360" cy="254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 algn="just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Work Sans"/>
                <a:ea typeface="Work Sans"/>
              </a:rPr>
              <a:t>Classify variables as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Work Sans"/>
                <a:ea typeface="Work Sans"/>
              </a:rPr>
              <a:t>categorical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Work Sans"/>
                <a:ea typeface="Work Sans"/>
              </a:rPr>
              <a:t> (nominal, ordinal, binary) or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Work Sans"/>
                <a:ea typeface="Work Sans"/>
              </a:rPr>
              <a:t>numerical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Work Sans"/>
                <a:ea typeface="Work Sans"/>
              </a:rPr>
              <a:t> (discrete, continuous).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just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just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Work Sans"/>
                <a:ea typeface="Work Sans"/>
              </a:rPr>
              <a:t>Correct classification ensures appropriate summaries, visualizations, and statistical methods.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12" name="Google Shape;250;p32"/>
          <p:cNvGrpSpPr/>
          <p:nvPr/>
        </p:nvGrpSpPr>
        <p:grpSpPr>
          <a:xfrm>
            <a:off x="351000" y="2508480"/>
            <a:ext cx="6270120" cy="2292120"/>
            <a:chOff x="351000" y="2508480"/>
            <a:chExt cx="6270120" cy="2292120"/>
          </a:xfrm>
        </p:grpSpPr>
        <p:sp>
          <p:nvSpPr>
            <p:cNvPr id="113" name="Google Shape;251;p32"/>
            <p:cNvSpPr/>
            <p:nvPr/>
          </p:nvSpPr>
          <p:spPr>
            <a:xfrm>
              <a:off x="351000" y="3436200"/>
              <a:ext cx="6270120" cy="1364400"/>
            </a:xfrm>
            <a:prstGeom prst="ellipse">
              <a:avLst/>
            </a:prstGeom>
            <a:noFill/>
            <a:ln w="19050">
              <a:solidFill>
                <a:srgbClr val="d3dc8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4" name="Google Shape;252;p32">
              <a:hlinkClick r:id="" action="ppaction://hlinkshowjump?jump=nextslide"/>
            </p:cNvPr>
            <p:cNvSpPr/>
            <p:nvPr/>
          </p:nvSpPr>
          <p:spPr>
            <a:xfrm flipH="1" rot="18671400">
              <a:off x="3468960" y="2555280"/>
              <a:ext cx="228600" cy="227880"/>
            </a:xfrm>
            <a:custGeom>
              <a:avLst/>
              <a:gdLst>
                <a:gd name="textAreaLeft" fmla="*/ -360 w 228600"/>
                <a:gd name="textAreaRight" fmla="*/ 228600 w 228600"/>
                <a:gd name="textAreaTop" fmla="*/ 0 h 227880"/>
                <a:gd name="textAreaBottom" fmla="*/ 228240 h 227880"/>
              </a:gdLst>
              <a:ahLst/>
              <a:cxnLst/>
              <a:rect l="textAreaLeft" t="textAreaTop" r="textAreaRight" b="textAreaBottom"/>
              <a:pathLst>
                <a:path w="1435036" h="1430654">
                  <a:moveTo>
                    <a:pt x="1208818" y="522446"/>
                  </a:moveTo>
                  <a:cubicBezTo>
                    <a:pt x="1138428" y="457105"/>
                    <a:pt x="1070229" y="382048"/>
                    <a:pt x="1004221" y="297275"/>
                  </a:cubicBezTo>
                  <a:cubicBezTo>
                    <a:pt x="938117" y="212598"/>
                    <a:pt x="869823" y="113443"/>
                    <a:pt x="799529" y="0"/>
                  </a:cubicBezTo>
                  <a:lnTo>
                    <a:pt x="663797" y="112014"/>
                  </a:lnTo>
                  <a:cubicBezTo>
                    <a:pt x="722662" y="202502"/>
                    <a:pt x="781907" y="284036"/>
                    <a:pt x="841534" y="356521"/>
                  </a:cubicBezTo>
                  <a:cubicBezTo>
                    <a:pt x="901160" y="429101"/>
                    <a:pt x="960406" y="492728"/>
                    <a:pt x="1019365" y="547211"/>
                  </a:cubicBezTo>
                  <a:cubicBezTo>
                    <a:pt x="1060133" y="585026"/>
                    <a:pt x="1100233" y="617887"/>
                    <a:pt x="1139666" y="646081"/>
                  </a:cubicBezTo>
                  <a:cubicBezTo>
                    <a:pt x="1098137" y="642176"/>
                    <a:pt x="1052608" y="638747"/>
                    <a:pt x="1003078" y="635603"/>
                  </a:cubicBezTo>
                  <a:cubicBezTo>
                    <a:pt x="934879" y="631222"/>
                    <a:pt x="855536" y="629126"/>
                    <a:pt x="765048" y="629126"/>
                  </a:cubicBezTo>
                  <a:lnTo>
                    <a:pt x="0" y="629126"/>
                  </a:lnTo>
                  <a:lnTo>
                    <a:pt x="0" y="801529"/>
                  </a:lnTo>
                  <a:lnTo>
                    <a:pt x="765048" y="801529"/>
                  </a:lnTo>
                  <a:cubicBezTo>
                    <a:pt x="855536" y="801529"/>
                    <a:pt x="934879" y="799338"/>
                    <a:pt x="1003078" y="795052"/>
                  </a:cubicBezTo>
                  <a:cubicBezTo>
                    <a:pt x="1052513" y="791909"/>
                    <a:pt x="1098042" y="788480"/>
                    <a:pt x="1139571" y="784574"/>
                  </a:cubicBezTo>
                  <a:cubicBezTo>
                    <a:pt x="1100138" y="812768"/>
                    <a:pt x="1060037" y="845630"/>
                    <a:pt x="1019270" y="883444"/>
                  </a:cubicBezTo>
                  <a:cubicBezTo>
                    <a:pt x="960311" y="938022"/>
                    <a:pt x="901065" y="1001649"/>
                    <a:pt x="841438" y="1074134"/>
                  </a:cubicBezTo>
                  <a:cubicBezTo>
                    <a:pt x="781812" y="1146620"/>
                    <a:pt x="722567" y="1228154"/>
                    <a:pt x="663702" y="1318641"/>
                  </a:cubicBezTo>
                  <a:lnTo>
                    <a:pt x="799433" y="1430655"/>
                  </a:lnTo>
                  <a:cubicBezTo>
                    <a:pt x="869728" y="1315784"/>
                    <a:pt x="938022" y="1216247"/>
                    <a:pt x="1004126" y="1132237"/>
                  </a:cubicBezTo>
                  <a:cubicBezTo>
                    <a:pt x="1070134" y="1048226"/>
                    <a:pt x="1138333" y="973169"/>
                    <a:pt x="1208723" y="907066"/>
                  </a:cubicBezTo>
                  <a:cubicBezTo>
                    <a:pt x="1279112" y="841058"/>
                    <a:pt x="1354550" y="779240"/>
                    <a:pt x="1435037" y="721805"/>
                  </a:cubicBezTo>
                  <a:lnTo>
                    <a:pt x="1435037" y="708851"/>
                  </a:lnTo>
                  <a:cubicBezTo>
                    <a:pt x="1354550" y="649986"/>
                    <a:pt x="1279112" y="587883"/>
                    <a:pt x="1208723" y="522446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"/>
          <p:cNvSpPr/>
          <p:nvPr/>
        </p:nvSpPr>
        <p:spPr>
          <a:xfrm>
            <a:off x="5048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02</a:t>
            </a:r>
            <a:endParaRPr b="0" lang="en-US" sz="5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6" name=""/>
          <p:cNvSpPr/>
          <p:nvPr/>
        </p:nvSpPr>
        <p:spPr>
          <a:xfrm>
            <a:off x="5048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Savate Light"/>
              </a:rPr>
              <a:t>Practical Techniques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117" name="image69b7ee341be46" descr="image69b7ee341be4d"/>
          <p:cNvPicPr/>
          <p:nvPr/>
        </p:nvPicPr>
        <p:blipFill>
          <a:blip r:embed="rId1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225;p30" descr=""/>
          <p:cNvPicPr/>
          <p:nvPr/>
        </p:nvPicPr>
        <p:blipFill>
          <a:blip r:embed="rId1"/>
          <a:srcRect l="0" t="736" r="0" b="736"/>
          <a:stretch/>
        </p:blipFill>
        <p:spPr>
          <a:xfrm>
            <a:off x="5114880" y="342360"/>
            <a:ext cx="3685680" cy="222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" name="PlaceHolder 1"/>
          <p:cNvSpPr>
            <a:spLocks noGrp="1"/>
          </p:cNvSpPr>
          <p:nvPr>
            <p:ph type="subTitle"/>
          </p:nvPr>
        </p:nvSpPr>
        <p:spPr>
          <a:xfrm>
            <a:off x="228600" y="228600"/>
            <a:ext cx="4219200" cy="196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Work Sans"/>
                <a:ea typeface="Work Sans"/>
              </a:rPr>
              <a:t>Use histograms, boxplots, and summary statistics for </a:t>
            </a: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Work Sans"/>
                <a:ea typeface="Work Sans"/>
              </a:rPr>
              <a:t>univariate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Work Sans"/>
                <a:ea typeface="Work Sans"/>
              </a:rPr>
              <a:t> analysis.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algn="just">
              <a:lnSpc>
                <a:spcPct val="150000"/>
              </a:lnSpc>
              <a:tabLst>
                <a:tab algn="l" pos="0"/>
              </a:tabLst>
            </a:pP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Work Sans"/>
                <a:ea typeface="Work Sans"/>
              </a:rPr>
              <a:t>Apply scatterplots, cross-tabs, and correlation metrics for </a:t>
            </a: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Work Sans"/>
                <a:ea typeface="Work Sans"/>
              </a:rPr>
              <a:t>bivariate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Work Sans"/>
                <a:ea typeface="Work Sans"/>
              </a:rPr>
              <a:t> relationship detection and feature selection.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20" name="Google Shape;227;p30"/>
          <p:cNvGrpSpPr/>
          <p:nvPr/>
        </p:nvGrpSpPr>
        <p:grpSpPr>
          <a:xfrm>
            <a:off x="1314720" y="2340720"/>
            <a:ext cx="6514920" cy="2459880"/>
            <a:chOff x="1314720" y="2340720"/>
            <a:chExt cx="6514920" cy="2459880"/>
          </a:xfrm>
        </p:grpSpPr>
        <p:sp>
          <p:nvSpPr>
            <p:cNvPr id="121" name="Google Shape;228;p30"/>
            <p:cNvSpPr/>
            <p:nvPr/>
          </p:nvSpPr>
          <p:spPr>
            <a:xfrm>
              <a:off x="1314720" y="3436200"/>
              <a:ext cx="6514920" cy="1364400"/>
            </a:xfrm>
            <a:prstGeom prst="ellipse">
              <a:avLst/>
            </a:prstGeom>
            <a:noFill/>
            <a:ln w="19050">
              <a:solidFill>
                <a:srgbClr val="d3dc8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" name="Google Shape;229;p30">
              <a:hlinkClick r:id="" action="ppaction://hlinkshowjump?jump=nextslide"/>
            </p:cNvPr>
            <p:cNvSpPr/>
            <p:nvPr/>
          </p:nvSpPr>
          <p:spPr>
            <a:xfrm rot="2928600">
              <a:off x="4379400" y="2387520"/>
              <a:ext cx="228600" cy="227880"/>
            </a:xfrm>
            <a:custGeom>
              <a:avLst/>
              <a:gdLst>
                <a:gd name="textAreaLeft" fmla="*/ 0 w 228600"/>
                <a:gd name="textAreaRight" fmla="*/ 228960 w 228600"/>
                <a:gd name="textAreaTop" fmla="*/ 0 h 227880"/>
                <a:gd name="textAreaBottom" fmla="*/ 228240 h 227880"/>
              </a:gdLst>
              <a:ahLst/>
              <a:cxnLst/>
              <a:rect l="textAreaLeft" t="textAreaTop" r="textAreaRight" b="textAreaBottom"/>
              <a:pathLst>
                <a:path w="1435036" h="1430654">
                  <a:moveTo>
                    <a:pt x="1208818" y="522446"/>
                  </a:moveTo>
                  <a:cubicBezTo>
                    <a:pt x="1138428" y="457105"/>
                    <a:pt x="1070229" y="382048"/>
                    <a:pt x="1004221" y="297275"/>
                  </a:cubicBezTo>
                  <a:cubicBezTo>
                    <a:pt x="938117" y="212598"/>
                    <a:pt x="869823" y="113443"/>
                    <a:pt x="799529" y="0"/>
                  </a:cubicBezTo>
                  <a:lnTo>
                    <a:pt x="663797" y="112014"/>
                  </a:lnTo>
                  <a:cubicBezTo>
                    <a:pt x="722662" y="202502"/>
                    <a:pt x="781907" y="284036"/>
                    <a:pt x="841534" y="356521"/>
                  </a:cubicBezTo>
                  <a:cubicBezTo>
                    <a:pt x="901160" y="429101"/>
                    <a:pt x="960406" y="492728"/>
                    <a:pt x="1019365" y="547211"/>
                  </a:cubicBezTo>
                  <a:cubicBezTo>
                    <a:pt x="1060133" y="585026"/>
                    <a:pt x="1100233" y="617887"/>
                    <a:pt x="1139666" y="646081"/>
                  </a:cubicBezTo>
                  <a:cubicBezTo>
                    <a:pt x="1098137" y="642176"/>
                    <a:pt x="1052608" y="638747"/>
                    <a:pt x="1003078" y="635603"/>
                  </a:cubicBezTo>
                  <a:cubicBezTo>
                    <a:pt x="934879" y="631222"/>
                    <a:pt x="855536" y="629126"/>
                    <a:pt x="765048" y="629126"/>
                  </a:cubicBezTo>
                  <a:lnTo>
                    <a:pt x="0" y="629126"/>
                  </a:lnTo>
                  <a:lnTo>
                    <a:pt x="0" y="801529"/>
                  </a:lnTo>
                  <a:lnTo>
                    <a:pt x="765048" y="801529"/>
                  </a:lnTo>
                  <a:cubicBezTo>
                    <a:pt x="855536" y="801529"/>
                    <a:pt x="934879" y="799338"/>
                    <a:pt x="1003078" y="795052"/>
                  </a:cubicBezTo>
                  <a:cubicBezTo>
                    <a:pt x="1052513" y="791909"/>
                    <a:pt x="1098042" y="788480"/>
                    <a:pt x="1139571" y="784574"/>
                  </a:cubicBezTo>
                  <a:cubicBezTo>
                    <a:pt x="1100138" y="812768"/>
                    <a:pt x="1060037" y="845630"/>
                    <a:pt x="1019270" y="883444"/>
                  </a:cubicBezTo>
                  <a:cubicBezTo>
                    <a:pt x="960311" y="938022"/>
                    <a:pt x="901065" y="1001649"/>
                    <a:pt x="841438" y="1074134"/>
                  </a:cubicBezTo>
                  <a:cubicBezTo>
                    <a:pt x="781812" y="1146620"/>
                    <a:pt x="722567" y="1228154"/>
                    <a:pt x="663702" y="1318641"/>
                  </a:cubicBezTo>
                  <a:lnTo>
                    <a:pt x="799433" y="1430655"/>
                  </a:lnTo>
                  <a:cubicBezTo>
                    <a:pt x="869728" y="1315784"/>
                    <a:pt x="938022" y="1216247"/>
                    <a:pt x="1004126" y="1132237"/>
                  </a:cubicBezTo>
                  <a:cubicBezTo>
                    <a:pt x="1070134" y="1048226"/>
                    <a:pt x="1138333" y="973169"/>
                    <a:pt x="1208723" y="907066"/>
                  </a:cubicBezTo>
                  <a:cubicBezTo>
                    <a:pt x="1279112" y="841058"/>
                    <a:pt x="1354550" y="779240"/>
                    <a:pt x="1435037" y="721805"/>
                  </a:cubicBezTo>
                  <a:lnTo>
                    <a:pt x="1435037" y="708851"/>
                  </a:lnTo>
                  <a:cubicBezTo>
                    <a:pt x="1354550" y="649986"/>
                    <a:pt x="1279112" y="587883"/>
                    <a:pt x="1208723" y="522446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23" name="PlaceHolder 2"/>
          <p:cNvSpPr>
            <a:spLocks noGrp="1"/>
          </p:cNvSpPr>
          <p:nvPr>
            <p:ph type="title"/>
          </p:nvPr>
        </p:nvSpPr>
        <p:spPr>
          <a:xfrm>
            <a:off x="2400480" y="3514680"/>
            <a:ext cx="4343040" cy="1218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500" strike="noStrike" u="none">
                <a:solidFill>
                  <a:schemeClr val="dk1"/>
                </a:solidFill>
                <a:effectLst/>
                <a:uFillTx/>
                <a:latin typeface="Savate Light"/>
                <a:ea typeface="Savate Light"/>
              </a:rPr>
              <a:t>Univariate &amp; Bivariate</a:t>
            </a:r>
            <a:endParaRPr b="0" lang="fr-FR" sz="2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500" strike="noStrike" u="none">
                <a:solidFill>
                  <a:schemeClr val="dk1"/>
                </a:solidFill>
                <a:effectLst/>
                <a:uFillTx/>
                <a:latin typeface="Savate Light"/>
              </a:rPr>
              <a:t>Missing Data &amp; Outliers</a:t>
            </a:r>
            <a:endParaRPr b="0" lang="en-US" sz="25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5" name="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Work Sans"/>
              </a:rPr>
              <a:t>Evaluate missingness patterns and choose imputation or exclusion strategies.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Work Sans"/>
              </a:rPr>
              <a:t>Detect outliers with IQR/Z-scores or robust methods and assess their impact before correction.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704880" y="3772080"/>
            <a:ext cx="5562360" cy="69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92500" lnSpcReduction="9999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Savate Light"/>
                <a:ea typeface="Savate Light"/>
              </a:rPr>
              <a:t>Tools &amp; Code Examples</a:t>
            </a:r>
            <a:endParaRPr b="0" lang="fr-FR" sz="4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subTitle"/>
          </p:nvPr>
        </p:nvSpPr>
        <p:spPr>
          <a:xfrm>
            <a:off x="3352680" y="228600"/>
            <a:ext cx="5562360" cy="254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 algn="just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Work Sans"/>
                <a:ea typeface="Work Sans"/>
              </a:rPr>
              <a:t>Use </a:t>
            </a: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Work Sans"/>
                <a:ea typeface="Work Sans"/>
              </a:rPr>
              <a:t>pandas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Work Sans"/>
                <a:ea typeface="Work Sans"/>
              </a:rPr>
              <a:t>, </a:t>
            </a: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Work Sans"/>
                <a:ea typeface="Work Sans"/>
              </a:rPr>
              <a:t>seaborn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Work Sans"/>
                <a:ea typeface="Work Sans"/>
              </a:rPr>
              <a:t>, and </a:t>
            </a: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Work Sans"/>
                <a:ea typeface="Work Sans"/>
              </a:rPr>
              <a:t>matplotlib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Work Sans"/>
                <a:ea typeface="Work Sans"/>
              </a:rPr>
              <a:t> for data exploration and visualization.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just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just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Work Sans"/>
                <a:ea typeface="Work Sans"/>
              </a:rPr>
              <a:t>Automate summaries with scripts and generate reproducible charts; keep code modular for reuse.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Work Sans"/>
                <a:ea typeface="Work Sans"/>
              </a:rPr>
              <a:t>Key practice: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Work Sans"/>
                <a:ea typeface="Work Sans"/>
              </a:rPr>
              <a:t> include concise comments and versioned notebooks for auditability.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28" name="Google Shape;250;p32"/>
          <p:cNvGrpSpPr/>
          <p:nvPr/>
        </p:nvGrpSpPr>
        <p:grpSpPr>
          <a:xfrm>
            <a:off x="351000" y="2508480"/>
            <a:ext cx="6270120" cy="2292120"/>
            <a:chOff x="351000" y="2508480"/>
            <a:chExt cx="6270120" cy="2292120"/>
          </a:xfrm>
        </p:grpSpPr>
        <p:sp>
          <p:nvSpPr>
            <p:cNvPr id="129" name="Google Shape;251;p32"/>
            <p:cNvSpPr/>
            <p:nvPr/>
          </p:nvSpPr>
          <p:spPr>
            <a:xfrm>
              <a:off x="351000" y="3436200"/>
              <a:ext cx="6270120" cy="1364400"/>
            </a:xfrm>
            <a:prstGeom prst="ellipse">
              <a:avLst/>
            </a:prstGeom>
            <a:noFill/>
            <a:ln w="19050">
              <a:solidFill>
                <a:srgbClr val="d3dc8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0" name="Google Shape;252;p32">
              <a:hlinkClick r:id="" action="ppaction://hlinkshowjump?jump=nextslide"/>
            </p:cNvPr>
            <p:cNvSpPr/>
            <p:nvPr/>
          </p:nvSpPr>
          <p:spPr>
            <a:xfrm flipH="1" rot="18671400">
              <a:off x="3468960" y="2555280"/>
              <a:ext cx="228600" cy="227880"/>
            </a:xfrm>
            <a:custGeom>
              <a:avLst/>
              <a:gdLst>
                <a:gd name="textAreaLeft" fmla="*/ -360 w 228600"/>
                <a:gd name="textAreaRight" fmla="*/ 228600 w 228600"/>
                <a:gd name="textAreaTop" fmla="*/ 0 h 227880"/>
                <a:gd name="textAreaBottom" fmla="*/ 228240 h 227880"/>
              </a:gdLst>
              <a:ahLst/>
              <a:cxnLst/>
              <a:rect l="textAreaLeft" t="textAreaTop" r="textAreaRight" b="textAreaBottom"/>
              <a:pathLst>
                <a:path w="1435036" h="1430654">
                  <a:moveTo>
                    <a:pt x="1208818" y="522446"/>
                  </a:moveTo>
                  <a:cubicBezTo>
                    <a:pt x="1138428" y="457105"/>
                    <a:pt x="1070229" y="382048"/>
                    <a:pt x="1004221" y="297275"/>
                  </a:cubicBezTo>
                  <a:cubicBezTo>
                    <a:pt x="938117" y="212598"/>
                    <a:pt x="869823" y="113443"/>
                    <a:pt x="799529" y="0"/>
                  </a:cubicBezTo>
                  <a:lnTo>
                    <a:pt x="663797" y="112014"/>
                  </a:lnTo>
                  <a:cubicBezTo>
                    <a:pt x="722662" y="202502"/>
                    <a:pt x="781907" y="284036"/>
                    <a:pt x="841534" y="356521"/>
                  </a:cubicBezTo>
                  <a:cubicBezTo>
                    <a:pt x="901160" y="429101"/>
                    <a:pt x="960406" y="492728"/>
                    <a:pt x="1019365" y="547211"/>
                  </a:cubicBezTo>
                  <a:cubicBezTo>
                    <a:pt x="1060133" y="585026"/>
                    <a:pt x="1100233" y="617887"/>
                    <a:pt x="1139666" y="646081"/>
                  </a:cubicBezTo>
                  <a:cubicBezTo>
                    <a:pt x="1098137" y="642176"/>
                    <a:pt x="1052608" y="638747"/>
                    <a:pt x="1003078" y="635603"/>
                  </a:cubicBezTo>
                  <a:cubicBezTo>
                    <a:pt x="934879" y="631222"/>
                    <a:pt x="855536" y="629126"/>
                    <a:pt x="765048" y="629126"/>
                  </a:cubicBezTo>
                  <a:lnTo>
                    <a:pt x="0" y="629126"/>
                  </a:lnTo>
                  <a:lnTo>
                    <a:pt x="0" y="801529"/>
                  </a:lnTo>
                  <a:lnTo>
                    <a:pt x="765048" y="801529"/>
                  </a:lnTo>
                  <a:cubicBezTo>
                    <a:pt x="855536" y="801529"/>
                    <a:pt x="934879" y="799338"/>
                    <a:pt x="1003078" y="795052"/>
                  </a:cubicBezTo>
                  <a:cubicBezTo>
                    <a:pt x="1052513" y="791909"/>
                    <a:pt x="1098042" y="788480"/>
                    <a:pt x="1139571" y="784574"/>
                  </a:cubicBezTo>
                  <a:cubicBezTo>
                    <a:pt x="1100138" y="812768"/>
                    <a:pt x="1060037" y="845630"/>
                    <a:pt x="1019270" y="883444"/>
                  </a:cubicBezTo>
                  <a:cubicBezTo>
                    <a:pt x="960311" y="938022"/>
                    <a:pt x="901065" y="1001649"/>
                    <a:pt x="841438" y="1074134"/>
                  </a:cubicBezTo>
                  <a:cubicBezTo>
                    <a:pt x="781812" y="1146620"/>
                    <a:pt x="722567" y="1228154"/>
                    <a:pt x="663702" y="1318641"/>
                  </a:cubicBezTo>
                  <a:lnTo>
                    <a:pt x="799433" y="1430655"/>
                  </a:lnTo>
                  <a:cubicBezTo>
                    <a:pt x="869728" y="1315784"/>
                    <a:pt x="938022" y="1216247"/>
                    <a:pt x="1004126" y="1132237"/>
                  </a:cubicBezTo>
                  <a:cubicBezTo>
                    <a:pt x="1070134" y="1048226"/>
                    <a:pt x="1138333" y="973169"/>
                    <a:pt x="1208723" y="907066"/>
                  </a:cubicBezTo>
                  <a:cubicBezTo>
                    <a:pt x="1279112" y="841058"/>
                    <a:pt x="1354550" y="779240"/>
                    <a:pt x="1435037" y="721805"/>
                  </a:cubicBezTo>
                  <a:lnTo>
                    <a:pt x="1435037" y="708851"/>
                  </a:lnTo>
                  <a:cubicBezTo>
                    <a:pt x="1354550" y="649986"/>
                    <a:pt x="1279112" y="587883"/>
                    <a:pt x="1208723" y="522446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"/>
          <p:cNvSpPr/>
          <p:nvPr/>
        </p:nvSpPr>
        <p:spPr>
          <a:xfrm>
            <a:off x="476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02</a:t>
            </a:r>
            <a:endParaRPr b="0" lang="en-US" sz="5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2" name=""/>
          <p:cNvSpPr/>
          <p:nvPr/>
        </p:nvSpPr>
        <p:spPr>
          <a:xfrm>
            <a:off x="476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Savate Light"/>
              </a:rPr>
              <a:t>Advanced Analysis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133" name="image69b7ee343030d" descr="image69b7ee3430312"/>
          <p:cNvPicPr/>
          <p:nvPr/>
        </p:nvPicPr>
        <p:blipFill>
          <a:blip r:embed="rId1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"/>
          <p:cNvSpPr/>
          <p:nvPr/>
        </p:nvSpPr>
        <p:spPr>
          <a:xfrm>
            <a:off x="476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500" strike="noStrike" u="none">
                <a:solidFill>
                  <a:schemeClr val="dk1"/>
                </a:solidFill>
                <a:effectLst/>
                <a:uFillTx/>
                <a:latin typeface="Savate Light"/>
              </a:rPr>
              <a:t>Multivariate Methods</a:t>
            </a:r>
            <a:endParaRPr b="0" lang="en-US" sz="25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5" name=""/>
          <p:cNvSpPr/>
          <p:nvPr/>
        </p:nvSpPr>
        <p:spPr>
          <a:xfrm>
            <a:off x="476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Work Sans"/>
              </a:rPr>
              <a:t>Apply PCA, clustering, and dimensionality reduction to uncover latent structure.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Work Sans"/>
              </a:rPr>
              <a:t>Combine correlation matrices and heatmaps with model-based approaches to detect multivariate interactions.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Work Sans"/>
              </a:rPr>
              <a:t>Goal: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Work Sans"/>
              </a:rPr>
              <a:t> identify meaningful feature groups for modeling.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136" name="image69b7ee344126e" descr="image69b7ee3441273"/>
          <p:cNvPicPr/>
          <p:nvPr/>
        </p:nvPicPr>
        <p:blipFill>
          <a:blip r:embed="rId1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500" strike="noStrike" u="none">
                <a:solidFill>
                  <a:schemeClr val="dk1"/>
                </a:solidFill>
                <a:effectLst/>
                <a:uFillTx/>
                <a:latin typeface="Savate Light"/>
              </a:rPr>
              <a:t>Feature Engineering</a:t>
            </a:r>
            <a:endParaRPr b="0" lang="en-US" sz="25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8" name="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Work Sans"/>
              </a:rPr>
              <a:t>Create derived variables, encode categoricals, and scale appropriately.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Work Sans"/>
              </a:rPr>
              <a:t>Test interactions and transformations, document rationale, and measure predictive lift to validate engineered features.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704880" y="3772080"/>
            <a:ext cx="5562360" cy="69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92500" lnSpcReduction="9999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Savate Light"/>
                <a:ea typeface="Savate Light"/>
              </a:rPr>
              <a:t>Automated EDA</a:t>
            </a:r>
            <a:endParaRPr b="0" lang="fr-FR" sz="4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 type="subTitle"/>
          </p:nvPr>
        </p:nvSpPr>
        <p:spPr>
          <a:xfrm>
            <a:off x="3352680" y="228600"/>
            <a:ext cx="5562360" cy="254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 algn="just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Work Sans"/>
                <a:ea typeface="Work Sans"/>
              </a:rPr>
              <a:t>Use tools to generate baseline reports while validating outputs manually.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just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just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Work Sans"/>
                <a:ea typeface="Work Sans"/>
              </a:rPr>
              <a:t>Automate repetitive checks (missingness, distributions, correlations) but maintain human review for context-sensitive decisions.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41" name="Google Shape;250;p32"/>
          <p:cNvGrpSpPr/>
          <p:nvPr/>
        </p:nvGrpSpPr>
        <p:grpSpPr>
          <a:xfrm>
            <a:off x="351000" y="2508480"/>
            <a:ext cx="6270120" cy="2292120"/>
            <a:chOff x="351000" y="2508480"/>
            <a:chExt cx="6270120" cy="2292120"/>
          </a:xfrm>
        </p:grpSpPr>
        <p:sp>
          <p:nvSpPr>
            <p:cNvPr id="142" name="Google Shape;251;p32"/>
            <p:cNvSpPr/>
            <p:nvPr/>
          </p:nvSpPr>
          <p:spPr>
            <a:xfrm>
              <a:off x="351000" y="3436200"/>
              <a:ext cx="6270120" cy="1364400"/>
            </a:xfrm>
            <a:prstGeom prst="ellipse">
              <a:avLst/>
            </a:prstGeom>
            <a:noFill/>
            <a:ln w="19050">
              <a:solidFill>
                <a:srgbClr val="d3dc8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3" name="Google Shape;252;p32">
              <a:hlinkClick r:id="" action="ppaction://hlinkshowjump?jump=nextslide"/>
            </p:cNvPr>
            <p:cNvSpPr/>
            <p:nvPr/>
          </p:nvSpPr>
          <p:spPr>
            <a:xfrm flipH="1" rot="18671400">
              <a:off x="3468960" y="2555280"/>
              <a:ext cx="228600" cy="227880"/>
            </a:xfrm>
            <a:custGeom>
              <a:avLst/>
              <a:gdLst>
                <a:gd name="textAreaLeft" fmla="*/ -360 w 228600"/>
                <a:gd name="textAreaRight" fmla="*/ 228600 w 228600"/>
                <a:gd name="textAreaTop" fmla="*/ 0 h 227880"/>
                <a:gd name="textAreaBottom" fmla="*/ 228240 h 227880"/>
              </a:gdLst>
              <a:ahLst/>
              <a:cxnLst/>
              <a:rect l="textAreaLeft" t="textAreaTop" r="textAreaRight" b="textAreaBottom"/>
              <a:pathLst>
                <a:path w="1435036" h="1430654">
                  <a:moveTo>
                    <a:pt x="1208818" y="522446"/>
                  </a:moveTo>
                  <a:cubicBezTo>
                    <a:pt x="1138428" y="457105"/>
                    <a:pt x="1070229" y="382048"/>
                    <a:pt x="1004221" y="297275"/>
                  </a:cubicBezTo>
                  <a:cubicBezTo>
                    <a:pt x="938117" y="212598"/>
                    <a:pt x="869823" y="113443"/>
                    <a:pt x="799529" y="0"/>
                  </a:cubicBezTo>
                  <a:lnTo>
                    <a:pt x="663797" y="112014"/>
                  </a:lnTo>
                  <a:cubicBezTo>
                    <a:pt x="722662" y="202502"/>
                    <a:pt x="781907" y="284036"/>
                    <a:pt x="841534" y="356521"/>
                  </a:cubicBezTo>
                  <a:cubicBezTo>
                    <a:pt x="901160" y="429101"/>
                    <a:pt x="960406" y="492728"/>
                    <a:pt x="1019365" y="547211"/>
                  </a:cubicBezTo>
                  <a:cubicBezTo>
                    <a:pt x="1060133" y="585026"/>
                    <a:pt x="1100233" y="617887"/>
                    <a:pt x="1139666" y="646081"/>
                  </a:cubicBezTo>
                  <a:cubicBezTo>
                    <a:pt x="1098137" y="642176"/>
                    <a:pt x="1052608" y="638747"/>
                    <a:pt x="1003078" y="635603"/>
                  </a:cubicBezTo>
                  <a:cubicBezTo>
                    <a:pt x="934879" y="631222"/>
                    <a:pt x="855536" y="629126"/>
                    <a:pt x="765048" y="629126"/>
                  </a:cubicBezTo>
                  <a:lnTo>
                    <a:pt x="0" y="629126"/>
                  </a:lnTo>
                  <a:lnTo>
                    <a:pt x="0" y="801529"/>
                  </a:lnTo>
                  <a:lnTo>
                    <a:pt x="765048" y="801529"/>
                  </a:lnTo>
                  <a:cubicBezTo>
                    <a:pt x="855536" y="801529"/>
                    <a:pt x="934879" y="799338"/>
                    <a:pt x="1003078" y="795052"/>
                  </a:cubicBezTo>
                  <a:cubicBezTo>
                    <a:pt x="1052513" y="791909"/>
                    <a:pt x="1098042" y="788480"/>
                    <a:pt x="1139571" y="784574"/>
                  </a:cubicBezTo>
                  <a:cubicBezTo>
                    <a:pt x="1100138" y="812768"/>
                    <a:pt x="1060037" y="845630"/>
                    <a:pt x="1019270" y="883444"/>
                  </a:cubicBezTo>
                  <a:cubicBezTo>
                    <a:pt x="960311" y="938022"/>
                    <a:pt x="901065" y="1001649"/>
                    <a:pt x="841438" y="1074134"/>
                  </a:cubicBezTo>
                  <a:cubicBezTo>
                    <a:pt x="781812" y="1146620"/>
                    <a:pt x="722567" y="1228154"/>
                    <a:pt x="663702" y="1318641"/>
                  </a:cubicBezTo>
                  <a:lnTo>
                    <a:pt x="799433" y="1430655"/>
                  </a:lnTo>
                  <a:cubicBezTo>
                    <a:pt x="869728" y="1315784"/>
                    <a:pt x="938022" y="1216247"/>
                    <a:pt x="1004126" y="1132237"/>
                  </a:cubicBezTo>
                  <a:cubicBezTo>
                    <a:pt x="1070134" y="1048226"/>
                    <a:pt x="1138333" y="973169"/>
                    <a:pt x="1208723" y="907066"/>
                  </a:cubicBezTo>
                  <a:cubicBezTo>
                    <a:pt x="1279112" y="841058"/>
                    <a:pt x="1354550" y="779240"/>
                    <a:pt x="1435037" y="721805"/>
                  </a:cubicBezTo>
                  <a:lnTo>
                    <a:pt x="1435037" y="708851"/>
                  </a:lnTo>
                  <a:cubicBezTo>
                    <a:pt x="1354550" y="649986"/>
                    <a:pt x="1279112" y="587883"/>
                    <a:pt x="1208723" y="522446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235;p31" descr=""/>
          <p:cNvPicPr/>
          <p:nvPr/>
        </p:nvPicPr>
        <p:blipFill>
          <a:blip r:embed="rId1">
            <a:alphaModFix amt="90000"/>
          </a:blip>
          <a:srcRect l="0" t="59" r="0" b="51"/>
          <a:stretch/>
        </p:blipFill>
        <p:spPr>
          <a:xfrm>
            <a:off x="-10440" y="0"/>
            <a:ext cx="915408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" name="Google Shape;236;p31"/>
          <p:cNvSpPr/>
          <p:nvPr/>
        </p:nvSpPr>
        <p:spPr>
          <a:xfrm>
            <a:off x="7705800" y="2571840"/>
            <a:ext cx="109512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6" name="Google Shape;237;p31"/>
          <p:cNvSpPr/>
          <p:nvPr/>
        </p:nvSpPr>
        <p:spPr>
          <a:xfrm>
            <a:off x="343080" y="2571840"/>
            <a:ext cx="109512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7" name="Google Shape;238;p31"/>
          <p:cNvSpPr/>
          <p:nvPr/>
        </p:nvSpPr>
        <p:spPr>
          <a:xfrm>
            <a:off x="4029120" y="2571840"/>
            <a:ext cx="109512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895320" y="704880"/>
            <a:ext cx="7353000" cy="1056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800" strike="noStrike" u="none">
                <a:solidFill>
                  <a:schemeClr val="dk1"/>
                </a:solidFill>
                <a:effectLst/>
                <a:uFillTx/>
                <a:latin typeface="Savate Light"/>
                <a:ea typeface="Savate Light"/>
              </a:rPr>
              <a:t>Reporting &amp; Best Practices</a:t>
            </a:r>
            <a:endParaRPr b="0" lang="fr-FR" sz="4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 type="title"/>
          </p:nvPr>
        </p:nvSpPr>
        <p:spPr>
          <a:xfrm>
            <a:off x="7829640" y="3588480"/>
            <a:ext cx="1066320" cy="1325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spAutoFit/>
          </a:bodyPr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Work Sans"/>
                <a:ea typeface="Savate Light"/>
              </a:rPr>
              <a:t>03</a:t>
            </a:r>
            <a:endParaRPr b="0" lang="fr-FR" sz="1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50" name="Google Shape;241;p31"/>
          <p:cNvGrpSpPr/>
          <p:nvPr/>
        </p:nvGrpSpPr>
        <p:grpSpPr>
          <a:xfrm>
            <a:off x="202320" y="342360"/>
            <a:ext cx="8712720" cy="4466520"/>
            <a:chOff x="202320" y="342360"/>
            <a:chExt cx="8712720" cy="4466520"/>
          </a:xfrm>
        </p:grpSpPr>
        <p:sp>
          <p:nvSpPr>
            <p:cNvPr id="151" name="Google Shape;242;p31"/>
            <p:cNvSpPr/>
            <p:nvPr/>
          </p:nvSpPr>
          <p:spPr>
            <a:xfrm>
              <a:off x="202320" y="342360"/>
              <a:ext cx="8712720" cy="1783080"/>
            </a:xfrm>
            <a:prstGeom prst="ellipse">
              <a:avLst/>
            </a:prstGeom>
            <a:noFill/>
            <a:ln w="19050">
              <a:solidFill>
                <a:srgbClr val="d3dc8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2" name="Google Shape;243;p31">
              <a:hlinkClick r:id="" action="ppaction://hlinkshowjump?jump=nextslide"/>
            </p:cNvPr>
            <p:cNvSpPr/>
            <p:nvPr/>
          </p:nvSpPr>
          <p:spPr>
            <a:xfrm>
              <a:off x="342720" y="4581360"/>
              <a:ext cx="263880" cy="227520"/>
            </a:xfrm>
            <a:custGeom>
              <a:avLst/>
              <a:gdLst>
                <a:gd name="textAreaLeft" fmla="*/ 0 w 263880"/>
                <a:gd name="textAreaRight" fmla="*/ 264240 w 263880"/>
                <a:gd name="textAreaTop" fmla="*/ 0 h 227520"/>
                <a:gd name="textAreaBottom" fmla="*/ 227880 h 227520"/>
              </a:gdLst>
              <a:ahLst/>
              <a:cxnLst/>
              <a:rect l="textAreaLeft" t="textAreaTop" r="textAreaRight" b="textAreaBottom"/>
              <a:pathLst>
                <a:path w="1956625" h="1687353">
                  <a:moveTo>
                    <a:pt x="1321022" y="1687354"/>
                  </a:moveTo>
                  <a:lnTo>
                    <a:pt x="1185196" y="1575340"/>
                  </a:lnTo>
                  <a:cubicBezTo>
                    <a:pt x="1265682" y="1454658"/>
                    <a:pt x="1345692" y="1349026"/>
                    <a:pt x="1425512" y="1258538"/>
                  </a:cubicBezTo>
                  <a:cubicBezTo>
                    <a:pt x="1505236" y="1168051"/>
                    <a:pt x="1583150" y="1095566"/>
                    <a:pt x="1659255" y="1040892"/>
                  </a:cubicBezTo>
                  <a:cubicBezTo>
                    <a:pt x="1610392" y="1045178"/>
                    <a:pt x="1555433" y="1049179"/>
                    <a:pt x="1494377" y="1052703"/>
                  </a:cubicBezTo>
                  <a:cubicBezTo>
                    <a:pt x="1433227" y="1056323"/>
                    <a:pt x="1363980" y="1058132"/>
                    <a:pt x="1286447" y="1058132"/>
                  </a:cubicBezTo>
                  <a:lnTo>
                    <a:pt x="599123" y="1058132"/>
                  </a:lnTo>
                  <a:cubicBezTo>
                    <a:pt x="501396" y="1058132"/>
                    <a:pt x="415195" y="1045940"/>
                    <a:pt x="340519" y="1021461"/>
                  </a:cubicBezTo>
                  <a:cubicBezTo>
                    <a:pt x="265843" y="996982"/>
                    <a:pt x="203264" y="961835"/>
                    <a:pt x="152971" y="915924"/>
                  </a:cubicBezTo>
                  <a:cubicBezTo>
                    <a:pt x="102775" y="869918"/>
                    <a:pt x="64675" y="814292"/>
                    <a:pt x="38767" y="748856"/>
                  </a:cubicBezTo>
                  <a:cubicBezTo>
                    <a:pt x="12859" y="683514"/>
                    <a:pt x="0" y="610553"/>
                    <a:pt x="0" y="530162"/>
                  </a:cubicBezTo>
                  <a:cubicBezTo>
                    <a:pt x="0" y="449771"/>
                    <a:pt x="12859" y="376809"/>
                    <a:pt x="38767" y="311372"/>
                  </a:cubicBezTo>
                  <a:cubicBezTo>
                    <a:pt x="64675" y="246031"/>
                    <a:pt x="102679" y="190024"/>
                    <a:pt x="152971" y="143256"/>
                  </a:cubicBezTo>
                  <a:cubicBezTo>
                    <a:pt x="203264" y="96584"/>
                    <a:pt x="265843" y="61055"/>
                    <a:pt x="340519" y="36671"/>
                  </a:cubicBezTo>
                  <a:cubicBezTo>
                    <a:pt x="415100" y="12192"/>
                    <a:pt x="501301" y="0"/>
                    <a:pt x="599123" y="0"/>
                  </a:cubicBezTo>
                  <a:lnTo>
                    <a:pt x="708946" y="0"/>
                  </a:lnTo>
                  <a:lnTo>
                    <a:pt x="708946" y="172403"/>
                  </a:lnTo>
                  <a:lnTo>
                    <a:pt x="599123" y="172403"/>
                  </a:lnTo>
                  <a:cubicBezTo>
                    <a:pt x="458343" y="172403"/>
                    <a:pt x="352044" y="203264"/>
                    <a:pt x="280130" y="265081"/>
                  </a:cubicBezTo>
                  <a:cubicBezTo>
                    <a:pt x="208312" y="326803"/>
                    <a:pt x="172498" y="415195"/>
                    <a:pt x="172498" y="530162"/>
                  </a:cubicBezTo>
                  <a:cubicBezTo>
                    <a:pt x="172498" y="645128"/>
                    <a:pt x="208312" y="731330"/>
                    <a:pt x="280130" y="793052"/>
                  </a:cubicBezTo>
                  <a:cubicBezTo>
                    <a:pt x="352044" y="854774"/>
                    <a:pt x="458248" y="885730"/>
                    <a:pt x="599123" y="885730"/>
                  </a:cubicBezTo>
                  <a:lnTo>
                    <a:pt x="1286447" y="885730"/>
                  </a:lnTo>
                  <a:cubicBezTo>
                    <a:pt x="1364075" y="885730"/>
                    <a:pt x="1433322" y="887444"/>
                    <a:pt x="1494377" y="891064"/>
                  </a:cubicBezTo>
                  <a:cubicBezTo>
                    <a:pt x="1555433" y="894683"/>
                    <a:pt x="1610392" y="898589"/>
                    <a:pt x="1659255" y="902875"/>
                  </a:cubicBezTo>
                  <a:cubicBezTo>
                    <a:pt x="1583150" y="848297"/>
                    <a:pt x="1505236" y="775716"/>
                    <a:pt x="1425512" y="685229"/>
                  </a:cubicBezTo>
                  <a:cubicBezTo>
                    <a:pt x="1345692" y="594741"/>
                    <a:pt x="1265682" y="489204"/>
                    <a:pt x="1185196" y="368427"/>
                  </a:cubicBezTo>
                  <a:lnTo>
                    <a:pt x="1321022" y="256413"/>
                  </a:lnTo>
                  <a:cubicBezTo>
                    <a:pt x="1391317" y="369951"/>
                    <a:pt x="1459611" y="469011"/>
                    <a:pt x="1525619" y="553784"/>
                  </a:cubicBezTo>
                  <a:cubicBezTo>
                    <a:pt x="1591723" y="638556"/>
                    <a:pt x="1659922" y="713613"/>
                    <a:pt x="1730312" y="778955"/>
                  </a:cubicBezTo>
                  <a:cubicBezTo>
                    <a:pt x="1800701" y="844391"/>
                    <a:pt x="1876139" y="906399"/>
                    <a:pt x="1956626" y="965359"/>
                  </a:cubicBezTo>
                  <a:lnTo>
                    <a:pt x="1956626" y="978218"/>
                  </a:lnTo>
                  <a:cubicBezTo>
                    <a:pt x="1876139" y="1035749"/>
                    <a:pt x="1800701" y="1097471"/>
                    <a:pt x="1730312" y="1163574"/>
                  </a:cubicBezTo>
                  <a:cubicBezTo>
                    <a:pt x="1659922" y="1229677"/>
                    <a:pt x="1591723" y="1304735"/>
                    <a:pt x="1525619" y="1388745"/>
                  </a:cubicBezTo>
                  <a:cubicBezTo>
                    <a:pt x="1459611" y="1472851"/>
                    <a:pt x="1391317" y="1572292"/>
                    <a:pt x="1321022" y="1687163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"/>
          <p:cNvSpPr/>
          <p:nvPr/>
        </p:nvSpPr>
        <p:spPr>
          <a:xfrm>
            <a:off x="5048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500" strike="noStrike" u="none">
                <a:solidFill>
                  <a:schemeClr val="dk1"/>
                </a:solidFill>
                <a:effectLst/>
                <a:uFillTx/>
                <a:latin typeface="Savate Light"/>
              </a:rPr>
              <a:t>Documentation Standards</a:t>
            </a:r>
            <a:endParaRPr b="0" lang="en-US" sz="25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4" name=""/>
          <p:cNvSpPr/>
          <p:nvPr/>
        </p:nvSpPr>
        <p:spPr>
          <a:xfrm>
            <a:off x="5048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Work Sans"/>
              </a:rPr>
              <a:t>Record data sources, cleaning steps, and transformation logic.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Work Sans"/>
              </a:rPr>
              <a:t>Include concise summaries, visual exhibits, and reproducible code snippets to ensure transparency and handover readiness.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155" name="image69b7ee3454c21" descr="image69b7ee3454c26"/>
          <p:cNvPicPr/>
          <p:nvPr/>
        </p:nvPicPr>
        <p:blipFill>
          <a:blip r:embed="rId1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500" strike="noStrike" u="none">
                <a:solidFill>
                  <a:schemeClr val="dk1"/>
                </a:solidFill>
                <a:effectLst/>
                <a:uFillTx/>
                <a:latin typeface="Savate Light"/>
              </a:rPr>
              <a:t>Common Pitfalls</a:t>
            </a:r>
            <a:endParaRPr b="0" lang="en-US" sz="25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7" name="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Work Sans"/>
              </a:rPr>
              <a:t>Avoid overreliance on summary statistics and ignoring variable types.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Work Sans"/>
              </a:rPr>
              <a:t>Watch for biased imputations, improper encoding, and untested outliers that can mislead modeling decisions.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704880" y="3772080"/>
            <a:ext cx="5562360" cy="69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92500" lnSpcReduction="9999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Savate Light"/>
                <a:ea typeface="Savate Light"/>
              </a:rPr>
              <a:t>Reproducibility</a:t>
            </a:r>
            <a:endParaRPr b="0" lang="fr-FR" sz="4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 type="subTitle"/>
          </p:nvPr>
        </p:nvSpPr>
        <p:spPr>
          <a:xfrm>
            <a:off x="3352680" y="228600"/>
            <a:ext cx="5562360" cy="254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 algn="just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Work Sans"/>
                <a:ea typeface="Work Sans"/>
              </a:rPr>
              <a:t>Version datasets, scripts, and environment specifications.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just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just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Work Sans"/>
                <a:ea typeface="Work Sans"/>
              </a:rPr>
              <a:t>Use notebooks with checkpoints, containerization, or CI processes to ensure consistent EDA results across teams.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60" name="Google Shape;250;p32"/>
          <p:cNvGrpSpPr/>
          <p:nvPr/>
        </p:nvGrpSpPr>
        <p:grpSpPr>
          <a:xfrm>
            <a:off x="351000" y="2508480"/>
            <a:ext cx="6270120" cy="2292120"/>
            <a:chOff x="351000" y="2508480"/>
            <a:chExt cx="6270120" cy="2292120"/>
          </a:xfrm>
        </p:grpSpPr>
        <p:sp>
          <p:nvSpPr>
            <p:cNvPr id="161" name="Google Shape;251;p32"/>
            <p:cNvSpPr/>
            <p:nvPr/>
          </p:nvSpPr>
          <p:spPr>
            <a:xfrm>
              <a:off x="351000" y="3436200"/>
              <a:ext cx="6270120" cy="1364400"/>
            </a:xfrm>
            <a:prstGeom prst="ellipse">
              <a:avLst/>
            </a:prstGeom>
            <a:noFill/>
            <a:ln w="19050">
              <a:solidFill>
                <a:srgbClr val="d3dc8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" name="Google Shape;252;p32">
              <a:hlinkClick r:id="" action="ppaction://hlinkshowjump?jump=nextslide"/>
            </p:cNvPr>
            <p:cNvSpPr/>
            <p:nvPr/>
          </p:nvSpPr>
          <p:spPr>
            <a:xfrm flipH="1" rot="18671400">
              <a:off x="3468960" y="2555280"/>
              <a:ext cx="228600" cy="227880"/>
            </a:xfrm>
            <a:custGeom>
              <a:avLst/>
              <a:gdLst>
                <a:gd name="textAreaLeft" fmla="*/ -360 w 228600"/>
                <a:gd name="textAreaRight" fmla="*/ 228600 w 228600"/>
                <a:gd name="textAreaTop" fmla="*/ 0 h 227880"/>
                <a:gd name="textAreaBottom" fmla="*/ 228240 h 227880"/>
              </a:gdLst>
              <a:ahLst/>
              <a:cxnLst/>
              <a:rect l="textAreaLeft" t="textAreaTop" r="textAreaRight" b="textAreaBottom"/>
              <a:pathLst>
                <a:path w="1435036" h="1430654">
                  <a:moveTo>
                    <a:pt x="1208818" y="522446"/>
                  </a:moveTo>
                  <a:cubicBezTo>
                    <a:pt x="1138428" y="457105"/>
                    <a:pt x="1070229" y="382048"/>
                    <a:pt x="1004221" y="297275"/>
                  </a:cubicBezTo>
                  <a:cubicBezTo>
                    <a:pt x="938117" y="212598"/>
                    <a:pt x="869823" y="113443"/>
                    <a:pt x="799529" y="0"/>
                  </a:cubicBezTo>
                  <a:lnTo>
                    <a:pt x="663797" y="112014"/>
                  </a:lnTo>
                  <a:cubicBezTo>
                    <a:pt x="722662" y="202502"/>
                    <a:pt x="781907" y="284036"/>
                    <a:pt x="841534" y="356521"/>
                  </a:cubicBezTo>
                  <a:cubicBezTo>
                    <a:pt x="901160" y="429101"/>
                    <a:pt x="960406" y="492728"/>
                    <a:pt x="1019365" y="547211"/>
                  </a:cubicBezTo>
                  <a:cubicBezTo>
                    <a:pt x="1060133" y="585026"/>
                    <a:pt x="1100233" y="617887"/>
                    <a:pt x="1139666" y="646081"/>
                  </a:cubicBezTo>
                  <a:cubicBezTo>
                    <a:pt x="1098137" y="642176"/>
                    <a:pt x="1052608" y="638747"/>
                    <a:pt x="1003078" y="635603"/>
                  </a:cubicBezTo>
                  <a:cubicBezTo>
                    <a:pt x="934879" y="631222"/>
                    <a:pt x="855536" y="629126"/>
                    <a:pt x="765048" y="629126"/>
                  </a:cubicBezTo>
                  <a:lnTo>
                    <a:pt x="0" y="629126"/>
                  </a:lnTo>
                  <a:lnTo>
                    <a:pt x="0" y="801529"/>
                  </a:lnTo>
                  <a:lnTo>
                    <a:pt x="765048" y="801529"/>
                  </a:lnTo>
                  <a:cubicBezTo>
                    <a:pt x="855536" y="801529"/>
                    <a:pt x="934879" y="799338"/>
                    <a:pt x="1003078" y="795052"/>
                  </a:cubicBezTo>
                  <a:cubicBezTo>
                    <a:pt x="1052513" y="791909"/>
                    <a:pt x="1098042" y="788480"/>
                    <a:pt x="1139571" y="784574"/>
                  </a:cubicBezTo>
                  <a:cubicBezTo>
                    <a:pt x="1100138" y="812768"/>
                    <a:pt x="1060037" y="845630"/>
                    <a:pt x="1019270" y="883444"/>
                  </a:cubicBezTo>
                  <a:cubicBezTo>
                    <a:pt x="960311" y="938022"/>
                    <a:pt x="901065" y="1001649"/>
                    <a:pt x="841438" y="1074134"/>
                  </a:cubicBezTo>
                  <a:cubicBezTo>
                    <a:pt x="781812" y="1146620"/>
                    <a:pt x="722567" y="1228154"/>
                    <a:pt x="663702" y="1318641"/>
                  </a:cubicBezTo>
                  <a:lnTo>
                    <a:pt x="799433" y="1430655"/>
                  </a:lnTo>
                  <a:cubicBezTo>
                    <a:pt x="869728" y="1315784"/>
                    <a:pt x="938022" y="1216247"/>
                    <a:pt x="1004126" y="1132237"/>
                  </a:cubicBezTo>
                  <a:cubicBezTo>
                    <a:pt x="1070134" y="1048226"/>
                    <a:pt x="1138333" y="973169"/>
                    <a:pt x="1208723" y="907066"/>
                  </a:cubicBezTo>
                  <a:cubicBezTo>
                    <a:pt x="1279112" y="841058"/>
                    <a:pt x="1354550" y="779240"/>
                    <a:pt x="1435037" y="721805"/>
                  </a:cubicBezTo>
                  <a:lnTo>
                    <a:pt x="1435037" y="708851"/>
                  </a:lnTo>
                  <a:cubicBezTo>
                    <a:pt x="1354550" y="649986"/>
                    <a:pt x="1279112" y="587883"/>
                    <a:pt x="1208723" y="522446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225;p30" descr=""/>
          <p:cNvPicPr/>
          <p:nvPr/>
        </p:nvPicPr>
        <p:blipFill>
          <a:blip r:embed="rId1"/>
          <a:srcRect l="0" t="736" r="0" b="736"/>
          <a:stretch/>
        </p:blipFill>
        <p:spPr>
          <a:xfrm>
            <a:off x="5114880" y="342360"/>
            <a:ext cx="3685680" cy="222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4" name="PlaceHolder 1"/>
          <p:cNvSpPr>
            <a:spLocks noGrp="1"/>
          </p:cNvSpPr>
          <p:nvPr>
            <p:ph type="subTitle"/>
          </p:nvPr>
        </p:nvSpPr>
        <p:spPr>
          <a:xfrm>
            <a:off x="228600" y="228600"/>
            <a:ext cx="4219200" cy="196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Work Sans"/>
                <a:ea typeface="Work Sans"/>
              </a:rPr>
              <a:t>EDA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Work Sans"/>
                <a:ea typeface="Work Sans"/>
              </a:rPr>
              <a:t> is foundational: it exposes data quality issues, reveals patterns, and guides feature strategy.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algn="just">
              <a:lnSpc>
                <a:spcPct val="150000"/>
              </a:lnSpc>
              <a:tabLst>
                <a:tab algn="l" pos="0"/>
              </a:tabLst>
            </a:pP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Work Sans"/>
                <a:ea typeface="Work Sans"/>
              </a:rPr>
              <a:t>Document processes, apply automated checks, and iterate to produce reliable inputs that reduce modeling risk and improve decision confidence.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65" name="Google Shape;227;p30"/>
          <p:cNvGrpSpPr/>
          <p:nvPr/>
        </p:nvGrpSpPr>
        <p:grpSpPr>
          <a:xfrm>
            <a:off x="1314720" y="2340720"/>
            <a:ext cx="6514920" cy="2459880"/>
            <a:chOff x="1314720" y="2340720"/>
            <a:chExt cx="6514920" cy="2459880"/>
          </a:xfrm>
        </p:grpSpPr>
        <p:sp>
          <p:nvSpPr>
            <p:cNvPr id="166" name="Google Shape;228;p30"/>
            <p:cNvSpPr/>
            <p:nvPr/>
          </p:nvSpPr>
          <p:spPr>
            <a:xfrm>
              <a:off x="1314720" y="3436200"/>
              <a:ext cx="6514920" cy="1364400"/>
            </a:xfrm>
            <a:prstGeom prst="ellipse">
              <a:avLst/>
            </a:prstGeom>
            <a:noFill/>
            <a:ln w="19050">
              <a:solidFill>
                <a:srgbClr val="d3dc8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" name="Google Shape;229;p30">
              <a:hlinkClick r:id="" action="ppaction://hlinkshowjump?jump=nextslide"/>
            </p:cNvPr>
            <p:cNvSpPr/>
            <p:nvPr/>
          </p:nvSpPr>
          <p:spPr>
            <a:xfrm rot="2928600">
              <a:off x="4379400" y="2387520"/>
              <a:ext cx="228600" cy="227880"/>
            </a:xfrm>
            <a:custGeom>
              <a:avLst/>
              <a:gdLst>
                <a:gd name="textAreaLeft" fmla="*/ 0 w 228600"/>
                <a:gd name="textAreaRight" fmla="*/ 228960 w 228600"/>
                <a:gd name="textAreaTop" fmla="*/ 0 h 227880"/>
                <a:gd name="textAreaBottom" fmla="*/ 228240 h 227880"/>
              </a:gdLst>
              <a:ahLst/>
              <a:cxnLst/>
              <a:rect l="textAreaLeft" t="textAreaTop" r="textAreaRight" b="textAreaBottom"/>
              <a:pathLst>
                <a:path w="1435036" h="1430654">
                  <a:moveTo>
                    <a:pt x="1208818" y="522446"/>
                  </a:moveTo>
                  <a:cubicBezTo>
                    <a:pt x="1138428" y="457105"/>
                    <a:pt x="1070229" y="382048"/>
                    <a:pt x="1004221" y="297275"/>
                  </a:cubicBezTo>
                  <a:cubicBezTo>
                    <a:pt x="938117" y="212598"/>
                    <a:pt x="869823" y="113443"/>
                    <a:pt x="799529" y="0"/>
                  </a:cubicBezTo>
                  <a:lnTo>
                    <a:pt x="663797" y="112014"/>
                  </a:lnTo>
                  <a:cubicBezTo>
                    <a:pt x="722662" y="202502"/>
                    <a:pt x="781907" y="284036"/>
                    <a:pt x="841534" y="356521"/>
                  </a:cubicBezTo>
                  <a:cubicBezTo>
                    <a:pt x="901160" y="429101"/>
                    <a:pt x="960406" y="492728"/>
                    <a:pt x="1019365" y="547211"/>
                  </a:cubicBezTo>
                  <a:cubicBezTo>
                    <a:pt x="1060133" y="585026"/>
                    <a:pt x="1100233" y="617887"/>
                    <a:pt x="1139666" y="646081"/>
                  </a:cubicBezTo>
                  <a:cubicBezTo>
                    <a:pt x="1098137" y="642176"/>
                    <a:pt x="1052608" y="638747"/>
                    <a:pt x="1003078" y="635603"/>
                  </a:cubicBezTo>
                  <a:cubicBezTo>
                    <a:pt x="934879" y="631222"/>
                    <a:pt x="855536" y="629126"/>
                    <a:pt x="765048" y="629126"/>
                  </a:cubicBezTo>
                  <a:lnTo>
                    <a:pt x="0" y="629126"/>
                  </a:lnTo>
                  <a:lnTo>
                    <a:pt x="0" y="801529"/>
                  </a:lnTo>
                  <a:lnTo>
                    <a:pt x="765048" y="801529"/>
                  </a:lnTo>
                  <a:cubicBezTo>
                    <a:pt x="855536" y="801529"/>
                    <a:pt x="934879" y="799338"/>
                    <a:pt x="1003078" y="795052"/>
                  </a:cubicBezTo>
                  <a:cubicBezTo>
                    <a:pt x="1052513" y="791909"/>
                    <a:pt x="1098042" y="788480"/>
                    <a:pt x="1139571" y="784574"/>
                  </a:cubicBezTo>
                  <a:cubicBezTo>
                    <a:pt x="1100138" y="812768"/>
                    <a:pt x="1060037" y="845630"/>
                    <a:pt x="1019270" y="883444"/>
                  </a:cubicBezTo>
                  <a:cubicBezTo>
                    <a:pt x="960311" y="938022"/>
                    <a:pt x="901065" y="1001649"/>
                    <a:pt x="841438" y="1074134"/>
                  </a:cubicBezTo>
                  <a:cubicBezTo>
                    <a:pt x="781812" y="1146620"/>
                    <a:pt x="722567" y="1228154"/>
                    <a:pt x="663702" y="1318641"/>
                  </a:cubicBezTo>
                  <a:lnTo>
                    <a:pt x="799433" y="1430655"/>
                  </a:lnTo>
                  <a:cubicBezTo>
                    <a:pt x="869728" y="1315784"/>
                    <a:pt x="938022" y="1216247"/>
                    <a:pt x="1004126" y="1132237"/>
                  </a:cubicBezTo>
                  <a:cubicBezTo>
                    <a:pt x="1070134" y="1048226"/>
                    <a:pt x="1138333" y="973169"/>
                    <a:pt x="1208723" y="907066"/>
                  </a:cubicBezTo>
                  <a:cubicBezTo>
                    <a:pt x="1279112" y="841058"/>
                    <a:pt x="1354550" y="779240"/>
                    <a:pt x="1435037" y="721805"/>
                  </a:cubicBezTo>
                  <a:lnTo>
                    <a:pt x="1435037" y="708851"/>
                  </a:lnTo>
                  <a:cubicBezTo>
                    <a:pt x="1354550" y="649986"/>
                    <a:pt x="1279112" y="587883"/>
                    <a:pt x="1208723" y="522446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68" name="PlaceHolder 2"/>
          <p:cNvSpPr>
            <a:spLocks noGrp="1"/>
          </p:cNvSpPr>
          <p:nvPr>
            <p:ph type="title"/>
          </p:nvPr>
        </p:nvSpPr>
        <p:spPr>
          <a:xfrm>
            <a:off x="2400480" y="3514680"/>
            <a:ext cx="4343040" cy="1218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500" strike="noStrike" u="none">
                <a:solidFill>
                  <a:schemeClr val="dk1"/>
                </a:solidFill>
                <a:effectLst/>
                <a:uFillTx/>
                <a:latin typeface="Savate Light"/>
                <a:ea typeface="Savate Light"/>
              </a:rPr>
              <a:t>Conclusions</a:t>
            </a:r>
            <a:endParaRPr b="0" lang="fr-FR" sz="2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1314360" y="704880"/>
            <a:ext cx="6514920" cy="105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500" strike="noStrike" u="none">
                <a:solidFill>
                  <a:schemeClr val="dk1"/>
                </a:solidFill>
                <a:effectLst/>
                <a:uFillTx/>
                <a:latin typeface="Savate Light"/>
                <a:ea typeface="Savate Light"/>
              </a:rPr>
              <a:t>THANK YOU</a:t>
            </a:r>
            <a:endParaRPr b="0" lang="fr-FR" sz="4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 type="subTitle"/>
          </p:nvPr>
        </p:nvSpPr>
        <p:spPr>
          <a:xfrm>
            <a:off x="2400480" y="2324160"/>
            <a:ext cx="4343040" cy="126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chemeClr val="dk1"/>
                </a:solidFill>
                <a:effectLst/>
                <a:uFillTx/>
                <a:latin typeface="Work Sans"/>
                <a:ea typeface="Work Sans"/>
              </a:rPr>
              <a:t>DO YOU HAVE ANY QUESTIONS?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Work Sans"/>
                <a:ea typeface="Work Sans"/>
              </a:rPr>
              <a:t>youremail@freepik.com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Work Sans"/>
                <a:ea typeface="Work Sans"/>
              </a:rPr>
              <a:t>+00 000 000 000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Work Sans"/>
                <a:ea typeface="Work Sans"/>
              </a:rPr>
              <a:t>yourwebsite.com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71" name="Google Shape;369;p40"/>
          <p:cNvSpPr/>
          <p:nvPr/>
        </p:nvSpPr>
        <p:spPr>
          <a:xfrm>
            <a:off x="4676760" y="4686480"/>
            <a:ext cx="415260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Please keep this slide for attribution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72" name="Google Shape;370;p40"/>
          <p:cNvGrpSpPr/>
          <p:nvPr/>
        </p:nvGrpSpPr>
        <p:grpSpPr>
          <a:xfrm>
            <a:off x="777600" y="4534200"/>
            <a:ext cx="266400" cy="266400"/>
            <a:chOff x="777600" y="4534200"/>
            <a:chExt cx="266400" cy="266400"/>
          </a:xfrm>
        </p:grpSpPr>
        <p:sp>
          <p:nvSpPr>
            <p:cNvPr id="173" name="Google Shape;371;p40"/>
            <p:cNvSpPr/>
            <p:nvPr/>
          </p:nvSpPr>
          <p:spPr>
            <a:xfrm>
              <a:off x="856440" y="4613040"/>
              <a:ext cx="109080" cy="109080"/>
            </a:xfrm>
            <a:custGeom>
              <a:avLst/>
              <a:gdLst>
                <a:gd name="textAreaLeft" fmla="*/ 0 w 109080"/>
                <a:gd name="textAreaRight" fmla="*/ 109440 w 109080"/>
                <a:gd name="textAreaTop" fmla="*/ 0 h 109080"/>
                <a:gd name="textAreaBottom" fmla="*/ 109440 h 109080"/>
              </a:gdLst>
              <a:ahLst/>
              <a:cxnLst/>
              <a:rect l="textAreaLeft" t="textAreaTop" r="textAreaRight" b="textAreaBottom"/>
              <a:pathLst>
                <a:path w="8197" h="8197">
                  <a:moveTo>
                    <a:pt x="4099" y="1171"/>
                  </a:moveTo>
                  <a:cubicBezTo>
                    <a:pt x="5712" y="1171"/>
                    <a:pt x="7027" y="2484"/>
                    <a:pt x="7027" y="4097"/>
                  </a:cubicBezTo>
                  <a:cubicBezTo>
                    <a:pt x="7027" y="5712"/>
                    <a:pt x="5712" y="7025"/>
                    <a:pt x="4099" y="7025"/>
                  </a:cubicBezTo>
                  <a:cubicBezTo>
                    <a:pt x="2486" y="7025"/>
                    <a:pt x="1171" y="5712"/>
                    <a:pt x="1171" y="4097"/>
                  </a:cubicBezTo>
                  <a:cubicBezTo>
                    <a:pt x="1171" y="2484"/>
                    <a:pt x="2486" y="1171"/>
                    <a:pt x="4099" y="1171"/>
                  </a:cubicBezTo>
                  <a:close/>
                  <a:moveTo>
                    <a:pt x="4099" y="0"/>
                  </a:moveTo>
                  <a:cubicBezTo>
                    <a:pt x="1840" y="0"/>
                    <a:pt x="0" y="1838"/>
                    <a:pt x="0" y="4097"/>
                  </a:cubicBezTo>
                  <a:cubicBezTo>
                    <a:pt x="0" y="6358"/>
                    <a:pt x="1840" y="8196"/>
                    <a:pt x="4099" y="8196"/>
                  </a:cubicBezTo>
                  <a:cubicBezTo>
                    <a:pt x="6358" y="8196"/>
                    <a:pt x="8196" y="6358"/>
                    <a:pt x="8196" y="4097"/>
                  </a:cubicBezTo>
                  <a:cubicBezTo>
                    <a:pt x="8196" y="1838"/>
                    <a:pt x="6358" y="0"/>
                    <a:pt x="4099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4720" bIns="54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" name="Google Shape;372;p40"/>
            <p:cNvSpPr/>
            <p:nvPr/>
          </p:nvSpPr>
          <p:spPr>
            <a:xfrm>
              <a:off x="808920" y="4565520"/>
              <a:ext cx="203760" cy="203760"/>
            </a:xfrm>
            <a:custGeom>
              <a:avLst/>
              <a:gdLst>
                <a:gd name="textAreaLeft" fmla="*/ 0 w 203760"/>
                <a:gd name="textAreaRight" fmla="*/ 204120 w 203760"/>
                <a:gd name="textAreaTop" fmla="*/ 0 h 203760"/>
                <a:gd name="textAreaBottom" fmla="*/ 204120 h 203760"/>
              </a:gdLst>
              <a:ahLst/>
              <a:cxnLst/>
              <a:rect l="textAreaLeft" t="textAreaTop" r="textAreaRight" b="textAreaBottom"/>
              <a:pathLst>
                <a:path w="15300" h="15299">
                  <a:moveTo>
                    <a:pt x="12333" y="1171"/>
                  </a:moveTo>
                  <a:cubicBezTo>
                    <a:pt x="13306" y="1171"/>
                    <a:pt x="14128" y="1994"/>
                    <a:pt x="14128" y="2967"/>
                  </a:cubicBezTo>
                  <a:lnTo>
                    <a:pt x="14128" y="12334"/>
                  </a:lnTo>
                  <a:cubicBezTo>
                    <a:pt x="14128" y="13307"/>
                    <a:pt x="13306" y="14129"/>
                    <a:pt x="12333" y="14129"/>
                  </a:cubicBezTo>
                  <a:lnTo>
                    <a:pt x="2968" y="14129"/>
                  </a:lnTo>
                  <a:cubicBezTo>
                    <a:pt x="1993" y="14129"/>
                    <a:pt x="1172" y="13307"/>
                    <a:pt x="1172" y="12334"/>
                  </a:cubicBezTo>
                  <a:lnTo>
                    <a:pt x="1172" y="2967"/>
                  </a:lnTo>
                  <a:cubicBezTo>
                    <a:pt x="1172" y="1994"/>
                    <a:pt x="1993" y="1171"/>
                    <a:pt x="2968" y="1171"/>
                  </a:cubicBezTo>
                  <a:close/>
                  <a:moveTo>
                    <a:pt x="2968" y="0"/>
                  </a:moveTo>
                  <a:cubicBezTo>
                    <a:pt x="1351" y="0"/>
                    <a:pt x="1" y="1346"/>
                    <a:pt x="1" y="2967"/>
                  </a:cubicBezTo>
                  <a:lnTo>
                    <a:pt x="1" y="12334"/>
                  </a:lnTo>
                  <a:cubicBezTo>
                    <a:pt x="1" y="13952"/>
                    <a:pt x="1349" y="15299"/>
                    <a:pt x="2968" y="15299"/>
                  </a:cubicBezTo>
                  <a:lnTo>
                    <a:pt x="12333" y="15299"/>
                  </a:lnTo>
                  <a:cubicBezTo>
                    <a:pt x="13953" y="15299"/>
                    <a:pt x="15299" y="13951"/>
                    <a:pt x="15299" y="12334"/>
                  </a:cubicBezTo>
                  <a:lnTo>
                    <a:pt x="15299" y="2967"/>
                  </a:lnTo>
                  <a:cubicBezTo>
                    <a:pt x="15299" y="1345"/>
                    <a:pt x="13948" y="0"/>
                    <a:pt x="12333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" name="Google Shape;373;p40"/>
            <p:cNvSpPr/>
            <p:nvPr/>
          </p:nvSpPr>
          <p:spPr>
            <a:xfrm>
              <a:off x="777600" y="4534200"/>
              <a:ext cx="266400" cy="266400"/>
            </a:xfrm>
            <a:custGeom>
              <a:avLst/>
              <a:gdLst>
                <a:gd name="textAreaLeft" fmla="*/ 0 w 266400"/>
                <a:gd name="textAreaRight" fmla="*/ 266760 w 266400"/>
                <a:gd name="textAreaTop" fmla="*/ 0 h 266400"/>
                <a:gd name="textAreaBottom" fmla="*/ 266760 h 266400"/>
              </a:gdLst>
              <a:ahLst/>
              <a:cxnLst/>
              <a:rect l="textAreaLeft" t="textAreaTop" r="textAreaRight" b="textAreaBottom"/>
              <a:pathLst>
                <a:path w="19984" h="19982">
                  <a:moveTo>
                    <a:pt x="17056" y="1172"/>
                  </a:moveTo>
                  <a:cubicBezTo>
                    <a:pt x="18025" y="1172"/>
                    <a:pt x="18812" y="1959"/>
                    <a:pt x="18812" y="2927"/>
                  </a:cubicBezTo>
                  <a:lnTo>
                    <a:pt x="18812" y="17056"/>
                  </a:lnTo>
                  <a:cubicBezTo>
                    <a:pt x="18812" y="18023"/>
                    <a:pt x="18025" y="18811"/>
                    <a:pt x="17056" y="18811"/>
                  </a:cubicBezTo>
                  <a:lnTo>
                    <a:pt x="2928" y="18811"/>
                  </a:lnTo>
                  <a:cubicBezTo>
                    <a:pt x="1961" y="18811"/>
                    <a:pt x="1172" y="18023"/>
                    <a:pt x="1172" y="17056"/>
                  </a:cubicBezTo>
                  <a:lnTo>
                    <a:pt x="1172" y="2927"/>
                  </a:lnTo>
                  <a:cubicBezTo>
                    <a:pt x="1172" y="1959"/>
                    <a:pt x="1961" y="1172"/>
                    <a:pt x="2928" y="1172"/>
                  </a:cubicBezTo>
                  <a:close/>
                  <a:moveTo>
                    <a:pt x="2928" y="1"/>
                  </a:moveTo>
                  <a:cubicBezTo>
                    <a:pt x="1313" y="1"/>
                    <a:pt x="1" y="1313"/>
                    <a:pt x="1" y="2927"/>
                  </a:cubicBezTo>
                  <a:lnTo>
                    <a:pt x="1" y="17056"/>
                  </a:lnTo>
                  <a:cubicBezTo>
                    <a:pt x="1" y="18669"/>
                    <a:pt x="1313" y="19982"/>
                    <a:pt x="2928" y="19982"/>
                  </a:cubicBezTo>
                  <a:lnTo>
                    <a:pt x="17056" y="19982"/>
                  </a:lnTo>
                  <a:cubicBezTo>
                    <a:pt x="18669" y="19982"/>
                    <a:pt x="19984" y="18669"/>
                    <a:pt x="19984" y="17056"/>
                  </a:cubicBezTo>
                  <a:lnTo>
                    <a:pt x="19984" y="2927"/>
                  </a:lnTo>
                  <a:cubicBezTo>
                    <a:pt x="19984" y="1313"/>
                    <a:pt x="18669" y="1"/>
                    <a:pt x="1705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" name="Google Shape;374;p40"/>
            <p:cNvSpPr/>
            <p:nvPr/>
          </p:nvSpPr>
          <p:spPr>
            <a:xfrm>
              <a:off x="950040" y="4597200"/>
              <a:ext cx="30960" cy="30960"/>
            </a:xfrm>
            <a:custGeom>
              <a:avLst/>
              <a:gdLst>
                <a:gd name="textAreaLeft" fmla="*/ 0 w 30960"/>
                <a:gd name="textAreaRight" fmla="*/ 31320 w 30960"/>
                <a:gd name="textAreaTop" fmla="*/ 0 h 30960"/>
                <a:gd name="textAreaBottom" fmla="*/ 31320 h 30960"/>
              </a:gdLst>
              <a:ahLst/>
              <a:cxnLst/>
              <a:rect l="textAreaLeft" t="textAreaTop" r="textAreaRight" b="textAreaBottom"/>
              <a:pathLst>
                <a:path w="2342" h="2343">
                  <a:moveTo>
                    <a:pt x="1170" y="0"/>
                  </a:moveTo>
                  <a:cubicBezTo>
                    <a:pt x="524" y="0"/>
                    <a:pt x="1" y="526"/>
                    <a:pt x="1" y="1171"/>
                  </a:cubicBezTo>
                  <a:cubicBezTo>
                    <a:pt x="1" y="1817"/>
                    <a:pt x="524" y="2342"/>
                    <a:pt x="1170" y="2342"/>
                  </a:cubicBezTo>
                  <a:cubicBezTo>
                    <a:pt x="1816" y="2342"/>
                    <a:pt x="2341" y="1817"/>
                    <a:pt x="2341" y="1171"/>
                  </a:cubicBezTo>
                  <a:cubicBezTo>
                    <a:pt x="2341" y="526"/>
                    <a:pt x="1816" y="0"/>
                    <a:pt x="117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5480" bIns="15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77" name="Google Shape;375;p40"/>
          <p:cNvGrpSpPr/>
          <p:nvPr/>
        </p:nvGrpSpPr>
        <p:grpSpPr>
          <a:xfrm>
            <a:off x="1217880" y="4534200"/>
            <a:ext cx="266400" cy="266400"/>
            <a:chOff x="1217880" y="4534200"/>
            <a:chExt cx="266400" cy="266400"/>
          </a:xfrm>
        </p:grpSpPr>
        <p:sp>
          <p:nvSpPr>
            <p:cNvPr id="178" name="Google Shape;376;p40"/>
            <p:cNvSpPr/>
            <p:nvPr/>
          </p:nvSpPr>
          <p:spPr>
            <a:xfrm>
              <a:off x="1257480" y="4628520"/>
              <a:ext cx="46440" cy="140400"/>
            </a:xfrm>
            <a:custGeom>
              <a:avLst/>
              <a:gdLst>
                <a:gd name="textAreaLeft" fmla="*/ 0 w 46440"/>
                <a:gd name="textAreaRight" fmla="*/ 46800 w 4644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3514" h="10537">
                  <a:moveTo>
                    <a:pt x="2342" y="1171"/>
                  </a:moveTo>
                  <a:lnTo>
                    <a:pt x="2342" y="9367"/>
                  </a:lnTo>
                  <a:lnTo>
                    <a:pt x="1171" y="9367"/>
                  </a:lnTo>
                  <a:lnTo>
                    <a:pt x="1171" y="1171"/>
                  </a:lnTo>
                  <a:close/>
                  <a:moveTo>
                    <a:pt x="586" y="0"/>
                  </a:moveTo>
                  <a:cubicBezTo>
                    <a:pt x="264" y="0"/>
                    <a:pt x="0" y="262"/>
                    <a:pt x="0" y="586"/>
                  </a:cubicBezTo>
                  <a:lnTo>
                    <a:pt x="0" y="9951"/>
                  </a:lnTo>
                  <a:cubicBezTo>
                    <a:pt x="0" y="10275"/>
                    <a:pt x="264" y="10537"/>
                    <a:pt x="586" y="10537"/>
                  </a:cubicBezTo>
                  <a:lnTo>
                    <a:pt x="2928" y="10537"/>
                  </a:lnTo>
                  <a:cubicBezTo>
                    <a:pt x="3252" y="10537"/>
                    <a:pt x="3514" y="10275"/>
                    <a:pt x="3514" y="9951"/>
                  </a:cubicBezTo>
                  <a:lnTo>
                    <a:pt x="3514" y="586"/>
                  </a:lnTo>
                  <a:cubicBezTo>
                    <a:pt x="3514" y="262"/>
                    <a:pt x="3252" y="0"/>
                    <a:pt x="292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0200" bIns="70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" name="Google Shape;377;p40"/>
            <p:cNvSpPr/>
            <p:nvPr/>
          </p:nvSpPr>
          <p:spPr>
            <a:xfrm>
              <a:off x="1257480" y="4565880"/>
              <a:ext cx="46440" cy="46440"/>
            </a:xfrm>
            <a:custGeom>
              <a:avLst/>
              <a:gdLst>
                <a:gd name="textAreaLeft" fmla="*/ 0 w 46440"/>
                <a:gd name="textAreaRight" fmla="*/ 46800 w 46440"/>
                <a:gd name="textAreaTop" fmla="*/ 0 h 46440"/>
                <a:gd name="textAreaBottom" fmla="*/ 46800 h 46440"/>
              </a:gdLst>
              <a:ahLst/>
              <a:cxnLst/>
              <a:rect l="textAreaLeft" t="textAreaTop" r="textAreaRight" b="textAreaBottom"/>
              <a:pathLst>
                <a:path w="3514" h="3514">
                  <a:moveTo>
                    <a:pt x="1757" y="1171"/>
                  </a:moveTo>
                  <a:cubicBezTo>
                    <a:pt x="2081" y="1171"/>
                    <a:pt x="2342" y="1435"/>
                    <a:pt x="2342" y="1757"/>
                  </a:cubicBezTo>
                  <a:cubicBezTo>
                    <a:pt x="2342" y="2080"/>
                    <a:pt x="2081" y="2342"/>
                    <a:pt x="1757" y="2342"/>
                  </a:cubicBezTo>
                  <a:cubicBezTo>
                    <a:pt x="1435" y="2342"/>
                    <a:pt x="1171" y="2080"/>
                    <a:pt x="1171" y="1757"/>
                  </a:cubicBezTo>
                  <a:cubicBezTo>
                    <a:pt x="1171" y="1435"/>
                    <a:pt x="1435" y="1171"/>
                    <a:pt x="1757" y="1171"/>
                  </a:cubicBezTo>
                  <a:close/>
                  <a:moveTo>
                    <a:pt x="1757" y="0"/>
                  </a:moveTo>
                  <a:cubicBezTo>
                    <a:pt x="789" y="0"/>
                    <a:pt x="0" y="789"/>
                    <a:pt x="0" y="1757"/>
                  </a:cubicBezTo>
                  <a:cubicBezTo>
                    <a:pt x="0" y="2726"/>
                    <a:pt x="789" y="3513"/>
                    <a:pt x="1757" y="3513"/>
                  </a:cubicBezTo>
                  <a:cubicBezTo>
                    <a:pt x="2726" y="3513"/>
                    <a:pt x="3514" y="2726"/>
                    <a:pt x="3514" y="1757"/>
                  </a:cubicBezTo>
                  <a:cubicBezTo>
                    <a:pt x="3514" y="789"/>
                    <a:pt x="2726" y="0"/>
                    <a:pt x="175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3400" bIns="23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" name="Google Shape;378;p40"/>
            <p:cNvSpPr/>
            <p:nvPr/>
          </p:nvSpPr>
          <p:spPr>
            <a:xfrm>
              <a:off x="1319760" y="4628160"/>
              <a:ext cx="124560" cy="140400"/>
            </a:xfrm>
            <a:custGeom>
              <a:avLst/>
              <a:gdLst>
                <a:gd name="textAreaLeft" fmla="*/ 0 w 124560"/>
                <a:gd name="textAreaRight" fmla="*/ 124920 w 1245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9368" h="10556">
                  <a:moveTo>
                    <a:pt x="5559" y="1173"/>
                  </a:moveTo>
                  <a:cubicBezTo>
                    <a:pt x="5720" y="1173"/>
                    <a:pt x="5883" y="1186"/>
                    <a:pt x="6044" y="1212"/>
                  </a:cubicBezTo>
                  <a:cubicBezTo>
                    <a:pt x="7422" y="1435"/>
                    <a:pt x="8196" y="2535"/>
                    <a:pt x="8196" y="3669"/>
                  </a:cubicBezTo>
                  <a:lnTo>
                    <a:pt x="8196" y="9386"/>
                  </a:lnTo>
                  <a:lnTo>
                    <a:pt x="7025" y="9386"/>
                  </a:lnTo>
                  <a:lnTo>
                    <a:pt x="7025" y="4702"/>
                  </a:lnTo>
                  <a:cubicBezTo>
                    <a:pt x="7025" y="3411"/>
                    <a:pt x="5975" y="2360"/>
                    <a:pt x="4683" y="2360"/>
                  </a:cubicBezTo>
                  <a:cubicBezTo>
                    <a:pt x="3392" y="2360"/>
                    <a:pt x="2341" y="3411"/>
                    <a:pt x="2341" y="4702"/>
                  </a:cubicBezTo>
                  <a:lnTo>
                    <a:pt x="2341" y="9386"/>
                  </a:lnTo>
                  <a:lnTo>
                    <a:pt x="1170" y="9386"/>
                  </a:lnTo>
                  <a:lnTo>
                    <a:pt x="1170" y="1190"/>
                  </a:lnTo>
                  <a:lnTo>
                    <a:pt x="2341" y="1190"/>
                  </a:lnTo>
                  <a:lnTo>
                    <a:pt x="2341" y="1776"/>
                  </a:lnTo>
                  <a:cubicBezTo>
                    <a:pt x="2341" y="2011"/>
                    <a:pt x="2484" y="2225"/>
                    <a:pt x="2704" y="2316"/>
                  </a:cubicBezTo>
                  <a:cubicBezTo>
                    <a:pt x="2776" y="2346"/>
                    <a:pt x="2852" y="2361"/>
                    <a:pt x="2928" y="2361"/>
                  </a:cubicBezTo>
                  <a:cubicBezTo>
                    <a:pt x="3080" y="2361"/>
                    <a:pt x="3229" y="2301"/>
                    <a:pt x="3341" y="2190"/>
                  </a:cubicBezTo>
                  <a:lnTo>
                    <a:pt x="3615" y="1916"/>
                  </a:lnTo>
                  <a:cubicBezTo>
                    <a:pt x="4086" y="1443"/>
                    <a:pt x="4813" y="1173"/>
                    <a:pt x="5559" y="1173"/>
                  </a:cubicBezTo>
                  <a:close/>
                  <a:moveTo>
                    <a:pt x="5553" y="0"/>
                  </a:moveTo>
                  <a:cubicBezTo>
                    <a:pt x="4823" y="0"/>
                    <a:pt x="4110" y="189"/>
                    <a:pt x="3509" y="536"/>
                  </a:cubicBezTo>
                  <a:cubicBezTo>
                    <a:pt x="3475" y="246"/>
                    <a:pt x="3227" y="19"/>
                    <a:pt x="2927" y="19"/>
                  </a:cubicBezTo>
                  <a:lnTo>
                    <a:pt x="586" y="19"/>
                  </a:lnTo>
                  <a:cubicBezTo>
                    <a:pt x="262" y="19"/>
                    <a:pt x="1" y="281"/>
                    <a:pt x="1" y="605"/>
                  </a:cubicBezTo>
                  <a:lnTo>
                    <a:pt x="1" y="9970"/>
                  </a:lnTo>
                  <a:cubicBezTo>
                    <a:pt x="1" y="10294"/>
                    <a:pt x="262" y="10556"/>
                    <a:pt x="586" y="10556"/>
                  </a:cubicBezTo>
                  <a:lnTo>
                    <a:pt x="2927" y="10556"/>
                  </a:lnTo>
                  <a:cubicBezTo>
                    <a:pt x="3250" y="10556"/>
                    <a:pt x="3512" y="10294"/>
                    <a:pt x="3512" y="9970"/>
                  </a:cubicBezTo>
                  <a:lnTo>
                    <a:pt x="3512" y="4702"/>
                  </a:lnTo>
                  <a:cubicBezTo>
                    <a:pt x="3512" y="4056"/>
                    <a:pt x="4038" y="3531"/>
                    <a:pt x="4683" y="3531"/>
                  </a:cubicBezTo>
                  <a:cubicBezTo>
                    <a:pt x="5329" y="3531"/>
                    <a:pt x="5854" y="4056"/>
                    <a:pt x="5854" y="4702"/>
                  </a:cubicBezTo>
                  <a:lnTo>
                    <a:pt x="5854" y="9970"/>
                  </a:lnTo>
                  <a:cubicBezTo>
                    <a:pt x="5854" y="10294"/>
                    <a:pt x="6116" y="10556"/>
                    <a:pt x="6440" y="10556"/>
                  </a:cubicBezTo>
                  <a:lnTo>
                    <a:pt x="8782" y="10556"/>
                  </a:lnTo>
                  <a:cubicBezTo>
                    <a:pt x="9104" y="10556"/>
                    <a:pt x="9368" y="10294"/>
                    <a:pt x="9368" y="9970"/>
                  </a:cubicBezTo>
                  <a:lnTo>
                    <a:pt x="9368" y="3669"/>
                  </a:lnTo>
                  <a:cubicBezTo>
                    <a:pt x="9368" y="1921"/>
                    <a:pt x="8131" y="364"/>
                    <a:pt x="6231" y="55"/>
                  </a:cubicBezTo>
                  <a:cubicBezTo>
                    <a:pt x="6005" y="18"/>
                    <a:pt x="5779" y="0"/>
                    <a:pt x="5553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0200" bIns="70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" name="Google Shape;379;p40"/>
            <p:cNvSpPr/>
            <p:nvPr/>
          </p:nvSpPr>
          <p:spPr>
            <a:xfrm>
              <a:off x="1217880" y="4534200"/>
              <a:ext cx="266400" cy="266400"/>
            </a:xfrm>
            <a:custGeom>
              <a:avLst/>
              <a:gdLst>
                <a:gd name="textAreaLeft" fmla="*/ 0 w 266400"/>
                <a:gd name="textAreaRight" fmla="*/ 266760 w 266400"/>
                <a:gd name="textAreaTop" fmla="*/ 0 h 266400"/>
                <a:gd name="textAreaBottom" fmla="*/ 266760 h 266400"/>
              </a:gdLst>
              <a:ahLst/>
              <a:cxnLst/>
              <a:rect l="textAreaLeft" t="textAreaTop" r="textAreaRight" b="textAreaBottom"/>
              <a:pathLst>
                <a:path w="19982" h="19982">
                  <a:moveTo>
                    <a:pt x="17015" y="1170"/>
                  </a:moveTo>
                  <a:cubicBezTo>
                    <a:pt x="17989" y="1170"/>
                    <a:pt x="18810" y="1993"/>
                    <a:pt x="18810" y="2966"/>
                  </a:cubicBezTo>
                  <a:lnTo>
                    <a:pt x="18810" y="17015"/>
                  </a:lnTo>
                  <a:cubicBezTo>
                    <a:pt x="18810" y="17990"/>
                    <a:pt x="17989" y="18811"/>
                    <a:pt x="17015" y="18811"/>
                  </a:cubicBezTo>
                  <a:lnTo>
                    <a:pt x="2965" y="18811"/>
                  </a:lnTo>
                  <a:cubicBezTo>
                    <a:pt x="1992" y="18811"/>
                    <a:pt x="1170" y="17990"/>
                    <a:pt x="1170" y="17015"/>
                  </a:cubicBezTo>
                  <a:lnTo>
                    <a:pt x="1170" y="2966"/>
                  </a:lnTo>
                  <a:cubicBezTo>
                    <a:pt x="1170" y="1993"/>
                    <a:pt x="1992" y="1170"/>
                    <a:pt x="2965" y="1170"/>
                  </a:cubicBezTo>
                  <a:close/>
                  <a:moveTo>
                    <a:pt x="2965" y="1"/>
                  </a:moveTo>
                  <a:cubicBezTo>
                    <a:pt x="1347" y="1"/>
                    <a:pt x="0" y="1349"/>
                    <a:pt x="0" y="2966"/>
                  </a:cubicBezTo>
                  <a:lnTo>
                    <a:pt x="0" y="17015"/>
                  </a:lnTo>
                  <a:cubicBezTo>
                    <a:pt x="0" y="18635"/>
                    <a:pt x="1348" y="19982"/>
                    <a:pt x="2965" y="19982"/>
                  </a:cubicBezTo>
                  <a:lnTo>
                    <a:pt x="17017" y="19982"/>
                  </a:lnTo>
                  <a:cubicBezTo>
                    <a:pt x="18635" y="19982"/>
                    <a:pt x="19981" y="18634"/>
                    <a:pt x="19981" y="17015"/>
                  </a:cubicBezTo>
                  <a:lnTo>
                    <a:pt x="19981" y="2966"/>
                  </a:lnTo>
                  <a:cubicBezTo>
                    <a:pt x="19981" y="1347"/>
                    <a:pt x="18633" y="1"/>
                    <a:pt x="1701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82" name="Google Shape;380;p40"/>
          <p:cNvGrpSpPr/>
          <p:nvPr/>
        </p:nvGrpSpPr>
        <p:grpSpPr>
          <a:xfrm>
            <a:off x="343080" y="4536720"/>
            <a:ext cx="261000" cy="261000"/>
            <a:chOff x="343080" y="4536720"/>
            <a:chExt cx="261000" cy="261000"/>
          </a:xfrm>
        </p:grpSpPr>
        <p:sp>
          <p:nvSpPr>
            <p:cNvPr id="183" name="Google Shape;381;p40"/>
            <p:cNvSpPr/>
            <p:nvPr/>
          </p:nvSpPr>
          <p:spPr>
            <a:xfrm>
              <a:off x="388800" y="4570920"/>
              <a:ext cx="169200" cy="193320"/>
            </a:xfrm>
            <a:custGeom>
              <a:avLst/>
              <a:gdLst>
                <a:gd name="textAreaLeft" fmla="*/ 0 w 169200"/>
                <a:gd name="textAreaRight" fmla="*/ 169560 w 169200"/>
                <a:gd name="textAreaTop" fmla="*/ 0 h 193320"/>
                <a:gd name="textAreaBottom" fmla="*/ 193680 h 193320"/>
              </a:gdLst>
              <a:ahLst/>
              <a:cxnLst/>
              <a:rect l="textAreaLeft" t="textAreaTop" r="textAreaRight" b="textAreaBottom"/>
              <a:pathLst>
                <a:path w="182541" h="208768">
                  <a:moveTo>
                    <a:pt x="124804" y="12232"/>
                  </a:moveTo>
                  <a:cubicBezTo>
                    <a:pt x="127609" y="36012"/>
                    <a:pt x="146529" y="54932"/>
                    <a:pt x="170308" y="57737"/>
                  </a:cubicBezTo>
                  <a:lnTo>
                    <a:pt x="170308" y="78353"/>
                  </a:lnTo>
                  <a:cubicBezTo>
                    <a:pt x="157261" y="77276"/>
                    <a:pt x="144865" y="72710"/>
                    <a:pt x="134166" y="65011"/>
                  </a:cubicBezTo>
                  <a:cubicBezTo>
                    <a:pt x="133084" y="64247"/>
                    <a:pt x="131821" y="63855"/>
                    <a:pt x="130560" y="63855"/>
                  </a:cubicBezTo>
                  <a:cubicBezTo>
                    <a:pt x="129615" y="63855"/>
                    <a:pt x="128671" y="64075"/>
                    <a:pt x="127805" y="64522"/>
                  </a:cubicBezTo>
                  <a:cubicBezTo>
                    <a:pt x="125750" y="65566"/>
                    <a:pt x="124478" y="67686"/>
                    <a:pt x="124478" y="69970"/>
                  </a:cubicBezTo>
                  <a:lnTo>
                    <a:pt x="124478" y="140429"/>
                  </a:lnTo>
                  <a:cubicBezTo>
                    <a:pt x="124478" y="171352"/>
                    <a:pt x="99295" y="196535"/>
                    <a:pt x="68339" y="196535"/>
                  </a:cubicBezTo>
                  <a:cubicBezTo>
                    <a:pt x="37383" y="196535"/>
                    <a:pt x="12233" y="171352"/>
                    <a:pt x="12233" y="140429"/>
                  </a:cubicBezTo>
                  <a:cubicBezTo>
                    <a:pt x="12233" y="111527"/>
                    <a:pt x="34153" y="87682"/>
                    <a:pt x="62239" y="84616"/>
                  </a:cubicBezTo>
                  <a:lnTo>
                    <a:pt x="62239" y="105330"/>
                  </a:lnTo>
                  <a:cubicBezTo>
                    <a:pt x="45505" y="108265"/>
                    <a:pt x="32751" y="122879"/>
                    <a:pt x="32751" y="140429"/>
                  </a:cubicBezTo>
                  <a:cubicBezTo>
                    <a:pt x="32751" y="160033"/>
                    <a:pt x="48702" y="176017"/>
                    <a:pt x="68339" y="176017"/>
                  </a:cubicBezTo>
                  <a:cubicBezTo>
                    <a:pt x="87976" y="176017"/>
                    <a:pt x="103927" y="160033"/>
                    <a:pt x="103927" y="140429"/>
                  </a:cubicBezTo>
                  <a:lnTo>
                    <a:pt x="103927" y="12232"/>
                  </a:lnTo>
                  <a:close/>
                  <a:moveTo>
                    <a:pt x="97827" y="0"/>
                  </a:moveTo>
                  <a:cubicBezTo>
                    <a:pt x="94435" y="0"/>
                    <a:pt x="91695" y="2740"/>
                    <a:pt x="91695" y="6133"/>
                  </a:cubicBezTo>
                  <a:lnTo>
                    <a:pt x="91695" y="140429"/>
                  </a:lnTo>
                  <a:cubicBezTo>
                    <a:pt x="91695" y="153313"/>
                    <a:pt x="81224" y="163784"/>
                    <a:pt x="68339" y="163784"/>
                  </a:cubicBezTo>
                  <a:cubicBezTo>
                    <a:pt x="55454" y="163784"/>
                    <a:pt x="44983" y="153313"/>
                    <a:pt x="44983" y="140429"/>
                  </a:cubicBezTo>
                  <a:cubicBezTo>
                    <a:pt x="44983" y="127544"/>
                    <a:pt x="55454" y="117040"/>
                    <a:pt x="68339" y="117040"/>
                  </a:cubicBezTo>
                  <a:cubicBezTo>
                    <a:pt x="71731" y="117040"/>
                    <a:pt x="74471" y="114300"/>
                    <a:pt x="74471" y="110940"/>
                  </a:cubicBezTo>
                  <a:lnTo>
                    <a:pt x="74471" y="78190"/>
                  </a:lnTo>
                  <a:cubicBezTo>
                    <a:pt x="74471" y="74797"/>
                    <a:pt x="71731" y="72057"/>
                    <a:pt x="68339" y="72057"/>
                  </a:cubicBezTo>
                  <a:cubicBezTo>
                    <a:pt x="30663" y="72057"/>
                    <a:pt x="0" y="102720"/>
                    <a:pt x="0" y="140429"/>
                  </a:cubicBezTo>
                  <a:cubicBezTo>
                    <a:pt x="0" y="178104"/>
                    <a:pt x="30663" y="208767"/>
                    <a:pt x="68339" y="208767"/>
                  </a:cubicBezTo>
                  <a:cubicBezTo>
                    <a:pt x="106047" y="208767"/>
                    <a:pt x="136710" y="178104"/>
                    <a:pt x="136710" y="140429"/>
                  </a:cubicBezTo>
                  <a:lnTo>
                    <a:pt x="136710" y="80963"/>
                  </a:lnTo>
                  <a:cubicBezTo>
                    <a:pt x="148877" y="87454"/>
                    <a:pt x="162414" y="90846"/>
                    <a:pt x="176441" y="90846"/>
                  </a:cubicBezTo>
                  <a:cubicBezTo>
                    <a:pt x="179801" y="90846"/>
                    <a:pt x="182541" y="88106"/>
                    <a:pt x="182541" y="84746"/>
                  </a:cubicBezTo>
                  <a:lnTo>
                    <a:pt x="182541" y="51963"/>
                  </a:lnTo>
                  <a:cubicBezTo>
                    <a:pt x="182541" y="48604"/>
                    <a:pt x="179801" y="45864"/>
                    <a:pt x="176441" y="45864"/>
                  </a:cubicBezTo>
                  <a:cubicBezTo>
                    <a:pt x="154520" y="45864"/>
                    <a:pt x="136710" y="28020"/>
                    <a:pt x="136710" y="6133"/>
                  </a:cubicBezTo>
                  <a:cubicBezTo>
                    <a:pt x="136710" y="2740"/>
                    <a:pt x="133970" y="0"/>
                    <a:pt x="130578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d3dc8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4" name="Google Shape;382;p40"/>
            <p:cNvSpPr/>
            <p:nvPr/>
          </p:nvSpPr>
          <p:spPr>
            <a:xfrm>
              <a:off x="343080" y="4536720"/>
              <a:ext cx="261000" cy="261000"/>
            </a:xfrm>
            <a:custGeom>
              <a:avLst/>
              <a:gdLst>
                <a:gd name="textAreaLeft" fmla="*/ 0 w 261000"/>
                <a:gd name="textAreaRight" fmla="*/ 261360 w 261000"/>
                <a:gd name="textAreaTop" fmla="*/ 0 h 261000"/>
                <a:gd name="textAreaBottom" fmla="*/ 261360 h 261000"/>
              </a:gdLst>
              <a:ahLst/>
              <a:cxnLst/>
              <a:rect l="textAreaLeft" t="textAreaTop" r="textAreaRight" b="textAreaBottom"/>
              <a:pathLst>
                <a:path w="19982" h="19982">
                  <a:moveTo>
                    <a:pt x="17017" y="1172"/>
                  </a:moveTo>
                  <a:cubicBezTo>
                    <a:pt x="17990" y="1172"/>
                    <a:pt x="18812" y="1975"/>
                    <a:pt x="18812" y="2927"/>
                  </a:cubicBezTo>
                  <a:lnTo>
                    <a:pt x="18812" y="17017"/>
                  </a:lnTo>
                  <a:cubicBezTo>
                    <a:pt x="18812" y="17990"/>
                    <a:pt x="17990" y="18811"/>
                    <a:pt x="17017" y="18811"/>
                  </a:cubicBezTo>
                  <a:lnTo>
                    <a:pt x="2966" y="18811"/>
                  </a:lnTo>
                  <a:cubicBezTo>
                    <a:pt x="1993" y="18811"/>
                    <a:pt x="1172" y="17990"/>
                    <a:pt x="1172" y="17017"/>
                  </a:cubicBezTo>
                  <a:lnTo>
                    <a:pt x="1172" y="2927"/>
                  </a:lnTo>
                  <a:cubicBezTo>
                    <a:pt x="1172" y="1975"/>
                    <a:pt x="1993" y="1172"/>
                    <a:pt x="2966" y="1172"/>
                  </a:cubicBezTo>
                  <a:close/>
                  <a:moveTo>
                    <a:pt x="2966" y="1"/>
                  </a:moveTo>
                  <a:cubicBezTo>
                    <a:pt x="1349" y="1"/>
                    <a:pt x="1" y="1310"/>
                    <a:pt x="1" y="2927"/>
                  </a:cubicBezTo>
                  <a:lnTo>
                    <a:pt x="1" y="17015"/>
                  </a:lnTo>
                  <a:cubicBezTo>
                    <a:pt x="1" y="18636"/>
                    <a:pt x="1349" y="19982"/>
                    <a:pt x="2966" y="19982"/>
                  </a:cubicBezTo>
                  <a:lnTo>
                    <a:pt x="17017" y="19982"/>
                  </a:lnTo>
                  <a:cubicBezTo>
                    <a:pt x="18635" y="19982"/>
                    <a:pt x="19982" y="18634"/>
                    <a:pt x="19982" y="17015"/>
                  </a:cubicBezTo>
                  <a:lnTo>
                    <a:pt x="19982" y="2927"/>
                  </a:lnTo>
                  <a:cubicBezTo>
                    <a:pt x="19982" y="1310"/>
                    <a:pt x="18635" y="1"/>
                    <a:pt x="1701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185" name="Google Shape;383;p40"/>
          <p:cNvCxnSpPr/>
          <p:nvPr/>
        </p:nvCxnSpPr>
        <p:spPr>
          <a:xfrm>
            <a:off x="-298440" y="3966480"/>
            <a:ext cx="9564480" cy="360"/>
          </a:xfrm>
          <a:prstGeom prst="straightConnector1">
            <a:avLst/>
          </a:prstGeom>
          <a:ln w="9525">
            <a:solidFill>
              <a:srgbClr val="d3dc84"/>
            </a:solidFill>
            <a:prstDash val="dot"/>
            <a:round/>
          </a:ln>
        </p:spPr>
      </p:cxnSp>
      <p:grpSp>
        <p:nvGrpSpPr>
          <p:cNvPr id="186" name="Google Shape;384;p40"/>
          <p:cNvGrpSpPr/>
          <p:nvPr/>
        </p:nvGrpSpPr>
        <p:grpSpPr>
          <a:xfrm>
            <a:off x="202320" y="342360"/>
            <a:ext cx="8712720" cy="3404160"/>
            <a:chOff x="202320" y="342360"/>
            <a:chExt cx="8712720" cy="3404160"/>
          </a:xfrm>
        </p:grpSpPr>
        <p:sp>
          <p:nvSpPr>
            <p:cNvPr id="187" name="Google Shape;385;p40"/>
            <p:cNvSpPr/>
            <p:nvPr/>
          </p:nvSpPr>
          <p:spPr>
            <a:xfrm>
              <a:off x="202320" y="342360"/>
              <a:ext cx="8712720" cy="1783080"/>
            </a:xfrm>
            <a:prstGeom prst="ellipse">
              <a:avLst/>
            </a:prstGeom>
            <a:noFill/>
            <a:ln w="19050">
              <a:solidFill>
                <a:srgbClr val="d3dc8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" name="Google Shape;386;p40">
              <a:hlinkClick r:id="" action="ppaction://hlinkshowjump?jump=firstslide"/>
            </p:cNvPr>
            <p:cNvSpPr/>
            <p:nvPr/>
          </p:nvSpPr>
          <p:spPr>
            <a:xfrm flipH="1">
              <a:off x="4439160" y="3519000"/>
              <a:ext cx="263880" cy="227520"/>
            </a:xfrm>
            <a:custGeom>
              <a:avLst/>
              <a:gdLst>
                <a:gd name="textAreaLeft" fmla="*/ -360 w 263880"/>
                <a:gd name="textAreaRight" fmla="*/ 263880 w 263880"/>
                <a:gd name="textAreaTop" fmla="*/ 0 h 227520"/>
                <a:gd name="textAreaBottom" fmla="*/ 227880 h 227520"/>
              </a:gdLst>
              <a:ahLst/>
              <a:cxnLst/>
              <a:rect l="textAreaLeft" t="textAreaTop" r="textAreaRight" b="textAreaBottom"/>
              <a:pathLst>
                <a:path w="1956625" h="1687353">
                  <a:moveTo>
                    <a:pt x="1321022" y="1687354"/>
                  </a:moveTo>
                  <a:lnTo>
                    <a:pt x="1185196" y="1575340"/>
                  </a:lnTo>
                  <a:cubicBezTo>
                    <a:pt x="1265682" y="1454658"/>
                    <a:pt x="1345692" y="1349026"/>
                    <a:pt x="1425512" y="1258538"/>
                  </a:cubicBezTo>
                  <a:cubicBezTo>
                    <a:pt x="1505236" y="1168051"/>
                    <a:pt x="1583150" y="1095566"/>
                    <a:pt x="1659255" y="1040892"/>
                  </a:cubicBezTo>
                  <a:cubicBezTo>
                    <a:pt x="1610392" y="1045178"/>
                    <a:pt x="1555433" y="1049179"/>
                    <a:pt x="1494377" y="1052703"/>
                  </a:cubicBezTo>
                  <a:cubicBezTo>
                    <a:pt x="1433227" y="1056323"/>
                    <a:pt x="1363980" y="1058132"/>
                    <a:pt x="1286447" y="1058132"/>
                  </a:cubicBezTo>
                  <a:lnTo>
                    <a:pt x="599123" y="1058132"/>
                  </a:lnTo>
                  <a:cubicBezTo>
                    <a:pt x="501396" y="1058132"/>
                    <a:pt x="415195" y="1045940"/>
                    <a:pt x="340519" y="1021461"/>
                  </a:cubicBezTo>
                  <a:cubicBezTo>
                    <a:pt x="265843" y="996982"/>
                    <a:pt x="203264" y="961835"/>
                    <a:pt x="152971" y="915924"/>
                  </a:cubicBezTo>
                  <a:cubicBezTo>
                    <a:pt x="102775" y="869918"/>
                    <a:pt x="64675" y="814292"/>
                    <a:pt x="38767" y="748856"/>
                  </a:cubicBezTo>
                  <a:cubicBezTo>
                    <a:pt x="12859" y="683514"/>
                    <a:pt x="0" y="610553"/>
                    <a:pt x="0" y="530162"/>
                  </a:cubicBezTo>
                  <a:cubicBezTo>
                    <a:pt x="0" y="449771"/>
                    <a:pt x="12859" y="376809"/>
                    <a:pt x="38767" y="311372"/>
                  </a:cubicBezTo>
                  <a:cubicBezTo>
                    <a:pt x="64675" y="246031"/>
                    <a:pt x="102679" y="190024"/>
                    <a:pt x="152971" y="143256"/>
                  </a:cubicBezTo>
                  <a:cubicBezTo>
                    <a:pt x="203264" y="96584"/>
                    <a:pt x="265843" y="61055"/>
                    <a:pt x="340519" y="36671"/>
                  </a:cubicBezTo>
                  <a:cubicBezTo>
                    <a:pt x="415100" y="12192"/>
                    <a:pt x="501301" y="0"/>
                    <a:pt x="599123" y="0"/>
                  </a:cubicBezTo>
                  <a:lnTo>
                    <a:pt x="708946" y="0"/>
                  </a:lnTo>
                  <a:lnTo>
                    <a:pt x="708946" y="172403"/>
                  </a:lnTo>
                  <a:lnTo>
                    <a:pt x="599123" y="172403"/>
                  </a:lnTo>
                  <a:cubicBezTo>
                    <a:pt x="458343" y="172403"/>
                    <a:pt x="352044" y="203264"/>
                    <a:pt x="280130" y="265081"/>
                  </a:cubicBezTo>
                  <a:cubicBezTo>
                    <a:pt x="208312" y="326803"/>
                    <a:pt x="172498" y="415195"/>
                    <a:pt x="172498" y="530162"/>
                  </a:cubicBezTo>
                  <a:cubicBezTo>
                    <a:pt x="172498" y="645128"/>
                    <a:pt x="208312" y="731330"/>
                    <a:pt x="280130" y="793052"/>
                  </a:cubicBezTo>
                  <a:cubicBezTo>
                    <a:pt x="352044" y="854774"/>
                    <a:pt x="458248" y="885730"/>
                    <a:pt x="599123" y="885730"/>
                  </a:cubicBezTo>
                  <a:lnTo>
                    <a:pt x="1286447" y="885730"/>
                  </a:lnTo>
                  <a:cubicBezTo>
                    <a:pt x="1364075" y="885730"/>
                    <a:pt x="1433322" y="887444"/>
                    <a:pt x="1494377" y="891064"/>
                  </a:cubicBezTo>
                  <a:cubicBezTo>
                    <a:pt x="1555433" y="894683"/>
                    <a:pt x="1610392" y="898589"/>
                    <a:pt x="1659255" y="902875"/>
                  </a:cubicBezTo>
                  <a:cubicBezTo>
                    <a:pt x="1583150" y="848297"/>
                    <a:pt x="1505236" y="775716"/>
                    <a:pt x="1425512" y="685229"/>
                  </a:cubicBezTo>
                  <a:cubicBezTo>
                    <a:pt x="1345692" y="594741"/>
                    <a:pt x="1265682" y="489204"/>
                    <a:pt x="1185196" y="368427"/>
                  </a:cubicBezTo>
                  <a:lnTo>
                    <a:pt x="1321022" y="256413"/>
                  </a:lnTo>
                  <a:cubicBezTo>
                    <a:pt x="1391317" y="369951"/>
                    <a:pt x="1459611" y="469011"/>
                    <a:pt x="1525619" y="553784"/>
                  </a:cubicBezTo>
                  <a:cubicBezTo>
                    <a:pt x="1591723" y="638556"/>
                    <a:pt x="1659922" y="713613"/>
                    <a:pt x="1730312" y="778955"/>
                  </a:cubicBezTo>
                  <a:cubicBezTo>
                    <a:pt x="1800701" y="844391"/>
                    <a:pt x="1876139" y="906399"/>
                    <a:pt x="1956626" y="965359"/>
                  </a:cubicBezTo>
                  <a:lnTo>
                    <a:pt x="1956626" y="978218"/>
                  </a:lnTo>
                  <a:cubicBezTo>
                    <a:pt x="1876139" y="1035749"/>
                    <a:pt x="1800701" y="1097471"/>
                    <a:pt x="1730312" y="1163574"/>
                  </a:cubicBezTo>
                  <a:cubicBezTo>
                    <a:pt x="1659922" y="1229677"/>
                    <a:pt x="1591723" y="1304735"/>
                    <a:pt x="1525619" y="1388745"/>
                  </a:cubicBezTo>
                  <a:cubicBezTo>
                    <a:pt x="1459611" y="1472851"/>
                    <a:pt x="1391317" y="1572292"/>
                    <a:pt x="1321022" y="1687163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Vibrant Green Leaves by Slidesgo">
  <a:themeElements>
    <a:clrScheme name="Simple Light">
      <a:dk1>
        <a:srgbClr val="d3dc84"/>
      </a:dk1>
      <a:lt1>
        <a:srgbClr val="0e190b"/>
      </a:lt1>
      <a:dk2>
        <a:srgbClr val="d3dc84"/>
      </a:dk2>
      <a:lt2>
        <a:srgbClr val="0e190b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d3dc84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LibreOffice/25.8.1.1$Linux_X86_64 LibreOffice_project/580$Build-1</Application>
  <AppVersion>15.0000</AppVersion>
  <Company>Microsoft Corporation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2026-03-16T11:48:58Z</dcterms:created>
  <dc:creator>Unknown Creator</dc:creator>
  <dc:description/>
  <dc:language>en-US</dc:language>
  <cp:lastModifiedBy>Unknown Creator</cp:lastModifiedBy>
  <dcterms:modified xsi:type="dcterms:W3CDTF">2026-03-16T11:48:58Z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20</vt:r8>
  </property>
</Properties>
</file>